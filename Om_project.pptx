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86CBB-FEB2-40E4-9379-78F475C703CA}" v="35" dt="2026-09-20T10:36:49.1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7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prashanth Reddy Kotla" userId="c9c03648757ebae2" providerId="LiveId" clId="{F17E73FB-8ABF-410B-A06A-21AF9C236695}"/>
    <pc:docChg chg="undo redo custSel addSld delSld modSld sldOrd">
      <pc:chgData name="Omprashanth Reddy Kotla" userId="c9c03648757ebae2" providerId="LiveId" clId="{F17E73FB-8ABF-410B-A06A-21AF9C236695}" dt="2026-09-20T10:36:56.671" v="367" actId="368"/>
      <pc:docMkLst>
        <pc:docMk/>
      </pc:docMkLst>
      <pc:sldChg chg="delSp del mod chgLayout">
        <pc:chgData name="Omprashanth Reddy Kotla" userId="c9c03648757ebae2" providerId="LiveId" clId="{F17E73FB-8ABF-410B-A06A-21AF9C236695}" dt="2026-09-20T06:00:04.763" v="125" actId="47"/>
        <pc:sldMkLst>
          <pc:docMk/>
          <pc:sldMk cId="0" sldId="256"/>
        </pc:sldMkLst>
        <pc:grpChg chg="del">
          <ac:chgData name="Omprashanth Reddy Kotla" userId="c9c03648757ebae2" providerId="LiveId" clId="{F17E73FB-8ABF-410B-A06A-21AF9C236695}" dt="2026-09-20T05:41:59.143" v="1" actId="478"/>
          <ac:grpSpMkLst>
            <pc:docMk/>
            <pc:sldMk cId="0" sldId="256"/>
            <ac:grpSpMk id="2" creationId="{00000000-0000-0000-0000-000000000000}"/>
          </ac:grpSpMkLst>
        </pc:grpChg>
        <pc:picChg chg="del">
          <ac:chgData name="Omprashanth Reddy Kotla" userId="c9c03648757ebae2" providerId="LiveId" clId="{F17E73FB-8ABF-410B-A06A-21AF9C236695}" dt="2026-09-20T05:41:57.287" v="0" actId="478"/>
          <ac:picMkLst>
            <pc:docMk/>
            <pc:sldMk cId="0" sldId="256"/>
            <ac:picMk id="77" creationId="{00000000-0000-0000-0000-000000000000}"/>
          </ac:picMkLst>
        </pc:picChg>
      </pc:sldChg>
      <pc:sldChg chg="addSp delSp modSp mod">
        <pc:chgData name="Omprashanth Reddy Kotla" userId="c9c03648757ebae2" providerId="LiveId" clId="{F17E73FB-8ABF-410B-A06A-21AF9C236695}" dt="2026-09-20T05:55:09.774" v="114" actId="1035"/>
        <pc:sldMkLst>
          <pc:docMk/>
          <pc:sldMk cId="0" sldId="257"/>
        </pc:sldMkLst>
        <pc:spChg chg="add del mod">
          <ac:chgData name="Omprashanth Reddy Kotla" userId="c9c03648757ebae2" providerId="LiveId" clId="{F17E73FB-8ABF-410B-A06A-21AF9C236695}" dt="2026-09-20T05:45:04.293" v="37" actId="478"/>
          <ac:spMkLst>
            <pc:docMk/>
            <pc:sldMk cId="0" sldId="257"/>
            <ac:spMk id="6" creationId="{7A8BABE9-F484-5D77-DF4A-5DBE46ED33AB}"/>
          </ac:spMkLst>
        </pc:spChg>
        <pc:spChg chg="add del">
          <ac:chgData name="Omprashanth Reddy Kotla" userId="c9c03648757ebae2" providerId="LiveId" clId="{F17E73FB-8ABF-410B-A06A-21AF9C236695}" dt="2026-09-20T05:45:28.781" v="38" actId="478"/>
          <ac:spMkLst>
            <pc:docMk/>
            <pc:sldMk cId="0" sldId="257"/>
            <ac:spMk id="7" creationId="{7843032C-FD39-5F66-925C-D03C4D539992}"/>
          </ac:spMkLst>
        </pc:spChg>
        <pc:spChg chg="del mod">
          <ac:chgData name="Omprashanth Reddy Kotla" userId="c9c03648757ebae2" providerId="LiveId" clId="{F17E73FB-8ABF-410B-A06A-21AF9C236695}" dt="2026-09-20T05:43:04.387" v="26" actId="478"/>
          <ac:spMkLst>
            <pc:docMk/>
            <pc:sldMk cId="0" sldId="257"/>
            <ac:spMk id="29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54:20.693" v="83" actId="478"/>
          <ac:spMkLst>
            <pc:docMk/>
            <pc:sldMk cId="0" sldId="257"/>
            <ac:spMk id="34" creationId="{F115F691-00FF-7C09-CAB6-39DEAEEF6C59}"/>
          </ac:spMkLst>
        </pc:spChg>
        <pc:spChg chg="mod">
          <ac:chgData name="Omprashanth Reddy Kotla" userId="c9c03648757ebae2" providerId="LiveId" clId="{F17E73FB-8ABF-410B-A06A-21AF9C236695}" dt="2026-09-20T05:54:44.958" v="95" actId="1035"/>
          <ac:spMkLst>
            <pc:docMk/>
            <pc:sldMk cId="0" sldId="257"/>
            <ac:spMk id="40" creationId="{5F5521AA-8669-6898-A651-A9AAA8E71C25}"/>
          </ac:spMkLst>
        </pc:spChg>
        <pc:spChg chg="mod">
          <ac:chgData name="Omprashanth Reddy Kotla" userId="c9c03648757ebae2" providerId="LiveId" clId="{F17E73FB-8ABF-410B-A06A-21AF9C236695}" dt="2026-09-20T05:54:54.932" v="102" actId="1035"/>
          <ac:spMkLst>
            <pc:docMk/>
            <pc:sldMk cId="0" sldId="257"/>
            <ac:spMk id="44" creationId="{C12E4240-9339-5446-74C2-52F574181B9E}"/>
          </ac:spMkLst>
        </pc:spChg>
        <pc:spChg chg="mod">
          <ac:chgData name="Omprashanth Reddy Kotla" userId="c9c03648757ebae2" providerId="LiveId" clId="{F17E73FB-8ABF-410B-A06A-21AF9C236695}" dt="2026-09-20T05:55:01.953" v="109" actId="1035"/>
          <ac:spMkLst>
            <pc:docMk/>
            <pc:sldMk cId="0" sldId="257"/>
            <ac:spMk id="46" creationId="{D9C1BBD3-41EC-7BB3-AA98-597116148621}"/>
          </ac:spMkLst>
        </pc:spChg>
        <pc:spChg chg="del mod">
          <ac:chgData name="Omprashanth Reddy Kotla" userId="c9c03648757ebae2" providerId="LiveId" clId="{F17E73FB-8ABF-410B-A06A-21AF9C236695}" dt="2026-09-20T05:43:08.857" v="30"/>
          <ac:spMkLst>
            <pc:docMk/>
            <pc:sldMk cId="0" sldId="257"/>
            <ac:spMk id="48" creationId="{FB72951D-4573-FF7F-FD05-3B434177B969}"/>
          </ac:spMkLst>
        </pc:spChg>
        <pc:spChg chg="mod">
          <ac:chgData name="Omprashanth Reddy Kotla" userId="c9c03648757ebae2" providerId="LiveId" clId="{F17E73FB-8ABF-410B-A06A-21AF9C236695}" dt="2026-09-20T05:55:09.774" v="114" actId="1035"/>
          <ac:spMkLst>
            <pc:docMk/>
            <pc:sldMk cId="0" sldId="257"/>
            <ac:spMk id="50" creationId="{72ABDC52-CC14-12ED-3943-CEE785F949B3}"/>
          </ac:spMkLst>
        </pc:spChg>
        <pc:picChg chg="del">
          <ac:chgData name="Omprashanth Reddy Kotla" userId="c9c03648757ebae2" providerId="LiveId" clId="{F17E73FB-8ABF-410B-A06A-21AF9C236695}" dt="2026-09-20T05:43:08.855" v="28" actId="478"/>
          <ac:picMkLst>
            <pc:docMk/>
            <pc:sldMk cId="0" sldId="257"/>
            <ac:picMk id="31" creationId="{00000000-0000-0000-0000-000000000000}"/>
          </ac:picMkLst>
        </pc:picChg>
      </pc:sldChg>
      <pc:sldChg chg="addSp delSp modSp mod modClrScheme chgLayout">
        <pc:chgData name="Omprashanth Reddy Kotla" userId="c9c03648757ebae2" providerId="LiveId" clId="{F17E73FB-8ABF-410B-A06A-21AF9C236695}" dt="2026-09-20T05:59:21.605" v="124" actId="700"/>
        <pc:sldMkLst>
          <pc:docMk/>
          <pc:sldMk cId="0" sldId="258"/>
        </pc:sldMkLst>
        <pc:spChg chg="add del mod">
          <ac:chgData name="Omprashanth Reddy Kotla" userId="c9c03648757ebae2" providerId="LiveId" clId="{F17E73FB-8ABF-410B-A06A-21AF9C236695}" dt="2026-09-20T05:58:46.328" v="121" actId="478"/>
          <ac:spMkLst>
            <pc:docMk/>
            <pc:sldMk cId="0" sldId="258"/>
            <ac:spMk id="11" creationId="{CCFAE024-D33B-BDCE-0610-A4475F3449E1}"/>
          </ac:spMkLst>
        </pc:spChg>
        <pc:spChg chg="add del mod">
          <ac:chgData name="Omprashanth Reddy Kotla" userId="c9c03648757ebae2" providerId="LiveId" clId="{F17E73FB-8ABF-410B-A06A-21AF9C236695}" dt="2026-09-20T05:58:43.859" v="120"/>
          <ac:spMkLst>
            <pc:docMk/>
            <pc:sldMk cId="0" sldId="258"/>
            <ac:spMk id="12" creationId="{EA0C340B-8892-B88F-02BC-259AD1B801FB}"/>
          </ac:spMkLst>
        </pc:spChg>
        <pc:spChg chg="mod">
          <ac:chgData name="Omprashanth Reddy Kotla" userId="c9c03648757ebae2" providerId="LiveId" clId="{F17E73FB-8ABF-410B-A06A-21AF9C236695}" dt="2026-09-20T05:45:38.365" v="39" actId="1076"/>
          <ac:spMkLst>
            <pc:docMk/>
            <pc:sldMk cId="0" sldId="258"/>
            <ac:spMk id="13" creationId="{68975DBF-BA52-4167-3012-637252934D78}"/>
          </ac:spMkLst>
        </pc:spChg>
        <pc:spChg chg="del">
          <ac:chgData name="Omprashanth Reddy Kotla" userId="c9c03648757ebae2" providerId="LiveId" clId="{F17E73FB-8ABF-410B-A06A-21AF9C236695}" dt="2026-09-20T05:42:34.339" v="13" actId="478"/>
          <ac:spMkLst>
            <pc:docMk/>
            <pc:sldMk cId="0" sldId="258"/>
            <ac:spMk id="15" creationId="{00000000-0000-0000-0000-000000000000}"/>
          </ac:spMkLst>
        </pc:spChg>
        <pc:spChg chg="add del mod ord">
          <ac:chgData name="Omprashanth Reddy Kotla" userId="c9c03648757ebae2" providerId="LiveId" clId="{F17E73FB-8ABF-410B-A06A-21AF9C236695}" dt="2026-09-20T05:59:21.605" v="124" actId="700"/>
          <ac:spMkLst>
            <pc:docMk/>
            <pc:sldMk cId="0" sldId="258"/>
            <ac:spMk id="16" creationId="{0CCCB161-3868-E5BC-AEC6-D99393A576B2}"/>
          </ac:spMkLst>
        </pc:spChg>
        <pc:spChg chg="add del mod ord">
          <ac:chgData name="Omprashanth Reddy Kotla" userId="c9c03648757ebae2" providerId="LiveId" clId="{F17E73FB-8ABF-410B-A06A-21AF9C236695}" dt="2026-09-20T05:59:21.605" v="124" actId="700"/>
          <ac:spMkLst>
            <pc:docMk/>
            <pc:sldMk cId="0" sldId="258"/>
            <ac:spMk id="18" creationId="{77B01A8A-2730-A794-E819-4EE2AD951948}"/>
          </ac:spMkLst>
        </pc:spChg>
        <pc:spChg chg="del">
          <ac:chgData name="Omprashanth Reddy Kotla" userId="c9c03648757ebae2" providerId="LiveId" clId="{F17E73FB-8ABF-410B-A06A-21AF9C236695}" dt="2026-09-20T05:45:41.384" v="40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42:34.341" v="15"/>
          <ac:spMkLst>
            <pc:docMk/>
            <pc:sldMk cId="0" sldId="258"/>
            <ac:spMk id="20" creationId="{974063B2-0B5F-ACC3-4258-3AD7B324F5F8}"/>
          </ac:spMkLst>
        </pc:spChg>
        <pc:spChg chg="mod">
          <ac:chgData name="Omprashanth Reddy Kotla" userId="c9c03648757ebae2" providerId="LiveId" clId="{F17E73FB-8ABF-410B-A06A-21AF9C236695}" dt="2026-09-20T05:52:20.488" v="79" actId="1076"/>
          <ac:spMkLst>
            <pc:docMk/>
            <pc:sldMk cId="0" sldId="258"/>
            <ac:spMk id="28" creationId="{D1EC17CB-142A-5571-784D-F264965B4EBA}"/>
          </ac:spMkLst>
        </pc:spChg>
        <pc:picChg chg="del">
          <ac:chgData name="Omprashanth Reddy Kotla" userId="c9c03648757ebae2" providerId="LiveId" clId="{F17E73FB-8ABF-410B-A06A-21AF9C236695}" dt="2026-09-20T05:42:36.882" v="16" actId="478"/>
          <ac:picMkLst>
            <pc:docMk/>
            <pc:sldMk cId="0" sldId="258"/>
            <ac:picMk id="17" creationId="{00000000-0000-0000-0000-000000000000}"/>
          </ac:picMkLst>
        </pc:picChg>
      </pc:sldChg>
      <pc:sldChg chg="delSp modSp mod">
        <pc:chgData name="Omprashanth Reddy Kotla" userId="c9c03648757ebae2" providerId="LiveId" clId="{F17E73FB-8ABF-410B-A06A-21AF9C236695}" dt="2026-09-20T05:52:54.797" v="81" actId="1076"/>
        <pc:sldMkLst>
          <pc:docMk/>
          <pc:sldMk cId="0" sldId="259"/>
        </pc:sldMkLst>
        <pc:spChg chg="del mod">
          <ac:chgData name="Omprashanth Reddy Kotla" userId="c9c03648757ebae2" providerId="LiveId" clId="{F17E73FB-8ABF-410B-A06A-21AF9C236695}" dt="2026-09-20T05:42:09.476" v="5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42:17.045" v="11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46:06.389" v="70" actId="47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Omprashanth Reddy Kotla" userId="c9c03648757ebae2" providerId="LiveId" clId="{F17E73FB-8ABF-410B-A06A-21AF9C236695}" dt="2026-09-20T05:52:54.797" v="81" actId="1076"/>
          <ac:spMkLst>
            <pc:docMk/>
            <pc:sldMk cId="0" sldId="259"/>
            <ac:spMk id="26" creationId="{85ABD9B9-3FB1-5A4F-3806-1977B877C1BF}"/>
          </ac:spMkLst>
        </pc:spChg>
        <pc:graphicFrameChg chg="mod">
          <ac:chgData name="Omprashanth Reddy Kotla" userId="c9c03648757ebae2" providerId="LiveId" clId="{F17E73FB-8ABF-410B-A06A-21AF9C236695}" dt="2026-09-20T05:52:43.444" v="80" actId="1076"/>
          <ac:graphicFrameMkLst>
            <pc:docMk/>
            <pc:sldMk cId="0" sldId="259"/>
            <ac:graphicFrameMk id="24" creationId="{62B01AE7-1889-D7FD-0D83-6369444F8001}"/>
          </ac:graphicFrameMkLst>
        </pc:graphicFrameChg>
        <pc:picChg chg="del">
          <ac:chgData name="Omprashanth Reddy Kotla" userId="c9c03648757ebae2" providerId="LiveId" clId="{F17E73FB-8ABF-410B-A06A-21AF9C236695}" dt="2026-09-20T05:42:03.429" v="2" actId="478"/>
          <ac:picMkLst>
            <pc:docMk/>
            <pc:sldMk cId="0" sldId="259"/>
            <ac:picMk id="14" creationId="{00000000-0000-0000-0000-000000000000}"/>
          </ac:picMkLst>
        </pc:picChg>
      </pc:sldChg>
      <pc:sldChg chg="delSp modSp mod">
        <pc:chgData name="Omprashanth Reddy Kotla" userId="c9c03648757ebae2" providerId="LiveId" clId="{F17E73FB-8ABF-410B-A06A-21AF9C236695}" dt="2026-09-20T05:46:19.250" v="72" actId="478"/>
        <pc:sldMkLst>
          <pc:docMk/>
          <pc:sldMk cId="0" sldId="260"/>
        </pc:sldMkLst>
        <pc:spChg chg="del">
          <ac:chgData name="Omprashanth Reddy Kotla" userId="c9c03648757ebae2" providerId="LiveId" clId="{F17E73FB-8ABF-410B-A06A-21AF9C236695}" dt="2026-09-20T05:42:52.656" v="21" actId="478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42:52.659" v="23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Omprashanth Reddy Kotla" userId="c9c03648757ebae2" providerId="LiveId" clId="{F17E73FB-8ABF-410B-A06A-21AF9C236695}" dt="2026-09-20T05:46:19.250" v="72" actId="478"/>
          <ac:spMkLst>
            <pc:docMk/>
            <pc:sldMk cId="0" sldId="260"/>
            <ac:spMk id="16" creationId="{00000000-0000-0000-0000-000000000000}"/>
          </ac:spMkLst>
        </pc:spChg>
        <pc:picChg chg="del">
          <ac:chgData name="Omprashanth Reddy Kotla" userId="c9c03648757ebae2" providerId="LiveId" clId="{F17E73FB-8ABF-410B-A06A-21AF9C236695}" dt="2026-09-20T05:42:55.360" v="24" actId="478"/>
          <ac:picMkLst>
            <pc:docMk/>
            <pc:sldMk cId="0" sldId="260"/>
            <ac:picMk id="14" creationId="{00000000-0000-0000-0000-000000000000}"/>
          </ac:picMkLst>
        </pc:picChg>
      </pc:sldChg>
      <pc:sldChg chg="addSp delSp modSp mod">
        <pc:chgData name="Omprashanth Reddy Kotla" userId="c9c03648757ebae2" providerId="LiveId" clId="{F17E73FB-8ABF-410B-A06A-21AF9C236695}" dt="2026-09-20T10:36:56.671" v="367" actId="368"/>
        <pc:sldMkLst>
          <pc:docMk/>
          <pc:sldMk cId="0" sldId="261"/>
        </pc:sldMkLst>
        <pc:spChg chg="add mod">
          <ac:chgData name="Omprashanth Reddy Kotla" userId="c9c03648757ebae2" providerId="LiveId" clId="{F17E73FB-8ABF-410B-A06A-21AF9C236695}" dt="2026-09-20T10:36:15.601" v="361" actId="1076"/>
          <ac:spMkLst>
            <pc:docMk/>
            <pc:sldMk cId="0" sldId="261"/>
            <ac:spMk id="9" creationId="{0E358124-4DA7-14BC-1E8C-5BA25C8B7555}"/>
          </ac:spMkLst>
        </pc:spChg>
        <pc:spChg chg="del">
          <ac:chgData name="Omprashanth Reddy Kotla" userId="c9c03648757ebae2" providerId="LiveId" clId="{F17E73FB-8ABF-410B-A06A-21AF9C236695}" dt="2026-09-20T05:42:46.202" v="19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Omprashanth Reddy Kotla" userId="c9c03648757ebae2" providerId="LiveId" clId="{F17E73FB-8ABF-410B-A06A-21AF9C236695}" dt="2026-09-20T05:42:44.188" v="18" actId="478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Omprashanth Reddy Kotla" userId="c9c03648757ebae2" providerId="LiveId" clId="{F17E73FB-8ABF-410B-A06A-21AF9C236695}" dt="2026-09-20T10:36:56.671" v="367" actId="368"/>
          <ac:spMkLst>
            <pc:docMk/>
            <pc:sldMk cId="0" sldId="261"/>
            <ac:spMk id="15" creationId="{0EF1B7C5-A9FE-B340-A9C8-4EA94732174B}"/>
          </ac:spMkLst>
        </pc:spChg>
        <pc:spChg chg="del">
          <ac:chgData name="Omprashanth Reddy Kotla" userId="c9c03648757ebae2" providerId="LiveId" clId="{F17E73FB-8ABF-410B-A06A-21AF9C236695}" dt="2026-09-20T05:46:25.071" v="73" actId="478"/>
          <ac:spMkLst>
            <pc:docMk/>
            <pc:sldMk cId="0" sldId="261"/>
            <ac:spMk id="16" creationId="{00000000-0000-0000-0000-000000000000}"/>
          </ac:spMkLst>
        </pc:spChg>
        <pc:picChg chg="del">
          <ac:chgData name="Omprashanth Reddy Kotla" userId="c9c03648757ebae2" providerId="LiveId" clId="{F17E73FB-8ABF-410B-A06A-21AF9C236695}" dt="2026-09-20T05:42:40.578" v="17" actId="478"/>
          <ac:picMkLst>
            <pc:docMk/>
            <pc:sldMk cId="0" sldId="261"/>
            <ac:picMk id="14" creationId="{00000000-0000-0000-0000-000000000000}"/>
          </ac:picMkLst>
        </pc:picChg>
      </pc:sldChg>
      <pc:sldChg chg="addSp delSp modSp new mod ord chgLayout">
        <pc:chgData name="Omprashanth Reddy Kotla" userId="c9c03648757ebae2" providerId="LiveId" clId="{F17E73FB-8ABF-410B-A06A-21AF9C236695}" dt="2026-09-20T06:19:29.645" v="358" actId="1038"/>
        <pc:sldMkLst>
          <pc:docMk/>
          <pc:sldMk cId="3318041751" sldId="262"/>
        </pc:sldMkLst>
        <pc:spChg chg="mod ord">
          <ac:chgData name="Omprashanth Reddy Kotla" userId="c9c03648757ebae2" providerId="LiveId" clId="{F17E73FB-8ABF-410B-A06A-21AF9C236695}" dt="2026-09-20T06:19:29.645" v="358" actId="1038"/>
          <ac:spMkLst>
            <pc:docMk/>
            <pc:sldMk cId="3318041751" sldId="262"/>
            <ac:spMk id="2" creationId="{961F405C-57E0-4911-002D-5CAAEBF767F7}"/>
          </ac:spMkLst>
        </pc:spChg>
        <pc:spChg chg="del mod">
          <ac:chgData name="Omprashanth Reddy Kotla" userId="c9c03648757ebae2" providerId="LiveId" clId="{F17E73FB-8ABF-410B-A06A-21AF9C236695}" dt="2026-09-20T06:13:25.159" v="225" actId="478"/>
          <ac:spMkLst>
            <pc:docMk/>
            <pc:sldMk cId="3318041751" sldId="262"/>
            <ac:spMk id="3" creationId="{02F06AD4-FD3B-8D79-AB63-A9652DFBD8BB}"/>
          </ac:spMkLst>
        </pc:spChg>
        <pc:spChg chg="add del mod">
          <ac:chgData name="Omprashanth Reddy Kotla" userId="c9c03648757ebae2" providerId="LiveId" clId="{F17E73FB-8ABF-410B-A06A-21AF9C236695}" dt="2026-09-20T06:13:30.138" v="226" actId="478"/>
          <ac:spMkLst>
            <pc:docMk/>
            <pc:sldMk cId="3318041751" sldId="262"/>
            <ac:spMk id="5" creationId="{4F9D1A52-3749-900A-6EF4-6B0B3FAB27F0}"/>
          </ac:spMkLst>
        </pc:spChg>
        <pc:spChg chg="add mod">
          <ac:chgData name="Omprashanth Reddy Kotla" userId="c9c03648757ebae2" providerId="LiveId" clId="{F17E73FB-8ABF-410B-A06A-21AF9C236695}" dt="2026-09-20T06:15:22.212" v="299" actId="20577"/>
          <ac:spMkLst>
            <pc:docMk/>
            <pc:sldMk cId="3318041751" sldId="262"/>
            <ac:spMk id="6" creationId="{EFBC9F0E-3542-D860-D970-D55448AC4BBA}"/>
          </ac:spMkLst>
        </pc:spChg>
        <pc:spChg chg="add mod">
          <ac:chgData name="Omprashanth Reddy Kotla" userId="c9c03648757ebae2" providerId="LiveId" clId="{F17E73FB-8ABF-410B-A06A-21AF9C236695}" dt="2026-09-20T06:16:43.061" v="324" actId="1037"/>
          <ac:spMkLst>
            <pc:docMk/>
            <pc:sldMk cId="3318041751" sldId="262"/>
            <ac:spMk id="7" creationId="{FF2E228A-D8AC-F794-FAB9-E78BB1ABA689}"/>
          </ac:spMkLst>
        </pc:spChg>
        <pc:spChg chg="add del mod">
          <ac:chgData name="Omprashanth Reddy Kotla" userId="c9c03648757ebae2" providerId="LiveId" clId="{F17E73FB-8ABF-410B-A06A-21AF9C236695}" dt="2026-09-20T06:17:02.149" v="326" actId="6264"/>
          <ac:spMkLst>
            <pc:docMk/>
            <pc:sldMk cId="3318041751" sldId="262"/>
            <ac:spMk id="8" creationId="{33CDE00C-F681-4E9B-9E0B-AAA2A1F123A5}"/>
          </ac:spMkLst>
        </pc:spChg>
        <pc:spChg chg="add del mod ord">
          <ac:chgData name="Omprashanth Reddy Kotla" userId="c9c03648757ebae2" providerId="LiveId" clId="{F17E73FB-8ABF-410B-A06A-21AF9C236695}" dt="2026-09-20T06:17:02.149" v="326" actId="6264"/>
          <ac:spMkLst>
            <pc:docMk/>
            <pc:sldMk cId="3318041751" sldId="262"/>
            <ac:spMk id="9" creationId="{A321AE4E-9128-37C0-F9FE-F4A93B5A5DA4}"/>
          </ac:spMkLst>
        </pc:spChg>
        <pc:spChg chg="add del mod">
          <ac:chgData name="Omprashanth Reddy Kotla" userId="c9c03648757ebae2" providerId="LiveId" clId="{F17E73FB-8ABF-410B-A06A-21AF9C236695}" dt="2026-09-20T06:17:53.831" v="331"/>
          <ac:spMkLst>
            <pc:docMk/>
            <pc:sldMk cId="3318041751" sldId="262"/>
            <ac:spMk id="10" creationId="{60181CA4-B9CC-3A33-4B16-8F705A1A0E20}"/>
          </ac:spMkLst>
        </pc:spChg>
        <pc:spChg chg="add del mod">
          <ac:chgData name="Omprashanth Reddy Kotla" userId="c9c03648757ebae2" providerId="LiveId" clId="{F17E73FB-8ABF-410B-A06A-21AF9C236695}" dt="2026-09-20T06:17:58.939" v="335"/>
          <ac:spMkLst>
            <pc:docMk/>
            <pc:sldMk cId="3318041751" sldId="262"/>
            <ac:spMk id="13" creationId="{9C04FD31-53F5-7034-D540-EF8D863BA506}"/>
          </ac:spMkLst>
        </pc:spChg>
        <pc:spChg chg="add mod">
          <ac:chgData name="Omprashanth Reddy Kotla" userId="c9c03648757ebae2" providerId="LiveId" clId="{F17E73FB-8ABF-410B-A06A-21AF9C236695}" dt="2026-09-20T06:19:20.188" v="353" actId="255"/>
          <ac:spMkLst>
            <pc:docMk/>
            <pc:sldMk cId="3318041751" sldId="262"/>
            <ac:spMk id="16" creationId="{25342D62-95E8-D1B0-F375-23F4AB94E26E}"/>
          </ac:spMkLst>
        </pc:spChg>
        <pc:picChg chg="add del">
          <ac:chgData name="Omprashanth Reddy Kotla" userId="c9c03648757ebae2" providerId="LiveId" clId="{F17E73FB-8ABF-410B-A06A-21AF9C236695}" dt="2026-09-20T06:17:53.830" v="329" actId="478"/>
          <ac:picMkLst>
            <pc:docMk/>
            <pc:sldMk cId="3318041751" sldId="262"/>
            <ac:picMk id="12" creationId="{B9288023-8431-548C-9DB9-2513A73D0F22}"/>
          </ac:picMkLst>
        </pc:picChg>
        <pc:picChg chg="add del mod">
          <ac:chgData name="Omprashanth Reddy Kotla" userId="c9c03648757ebae2" providerId="LiveId" clId="{F17E73FB-8ABF-410B-A06A-21AF9C236695}" dt="2026-09-20T06:18:25.362" v="341" actId="478"/>
          <ac:picMkLst>
            <pc:docMk/>
            <pc:sldMk cId="3318041751" sldId="262"/>
            <ac:picMk id="15" creationId="{7C745958-65F2-5729-4728-B5062E0FAE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01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01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3EF74-CC38-482B-B626-DCB1A1B85B7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752475"/>
            <a:ext cx="3609975" cy="203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2897188"/>
            <a:ext cx="8553450" cy="2370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718175"/>
            <a:ext cx="4633913" cy="301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5718175"/>
            <a:ext cx="4632325" cy="301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F067C-4E36-467D-B5C0-C3BC6EA3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7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596210"/>
            <a:ext cx="10693399" cy="4212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576037"/>
            <a:ext cx="10693399" cy="4413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922" y="2194640"/>
            <a:ext cx="7712709" cy="1177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84554"/>
            <a:ext cx="9624060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72309" y="5662176"/>
            <a:ext cx="201739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75"/>
              </a:lnSpc>
            </a:pPr>
            <a:r>
              <a:rPr spc="-340" dirty="0"/>
              <a:t>@</a:t>
            </a:r>
            <a:r>
              <a:rPr spc="-180" dirty="0"/>
              <a:t> </a:t>
            </a:r>
            <a:r>
              <a:rPr spc="-110" dirty="0"/>
              <a:t>SIH</a:t>
            </a:r>
            <a:r>
              <a:rPr spc="20" dirty="0"/>
              <a:t> </a:t>
            </a:r>
            <a:r>
              <a:rPr spc="-75" dirty="0"/>
              <a:t>Idea</a:t>
            </a:r>
            <a:r>
              <a:rPr spc="25" dirty="0"/>
              <a:t> </a:t>
            </a:r>
            <a:r>
              <a:rPr spc="-45" dirty="0"/>
              <a:t>submission-</a:t>
            </a:r>
            <a:r>
              <a:rPr spc="-50" dirty="0"/>
              <a:t> </a:t>
            </a:r>
            <a:r>
              <a:rPr spc="-25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omnix-roads.preview.emergentagent.com/?utm_source=share" TargetMode="External"/><Relationship Id="rId4" Type="http://schemas.openxmlformats.org/officeDocument/2006/relationships/hyperlink" Target="https://youtu.be/9C7lmP3Qf9I?si=SPqSJHQYKWbxLiHh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952197619301691" TargetMode="External"/><Relationship Id="rId7" Type="http://schemas.openxmlformats.org/officeDocument/2006/relationships/hyperlink" Target="https://youtu.be/9C7lmP3Qf9I?si=SPqSJHQYKWbxLiHh" TargetMode="External"/><Relationship Id="rId2" Type="http://schemas.openxmlformats.org/officeDocument/2006/relationships/hyperlink" Target="https://www.nature.com/articles/s41598-025-14461-7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omnix-roads.preview.emergentagent.com/?utm_source=share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ciencedirect.com/science/article/pii/S03784371240041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405C-57E0-4911-002D-5CAAEBF76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7605" y="571500"/>
            <a:ext cx="2334895" cy="738664"/>
          </a:xfrm>
        </p:spPr>
        <p:txBody>
          <a:bodyPr/>
          <a:lstStyle/>
          <a:p>
            <a:pPr algn="ctr"/>
            <a:r>
              <a:rPr lang="en-IN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CityEye</a:t>
            </a:r>
            <a:endParaRPr lang="en-I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C9F0E-3542-D860-D970-D55448AC4BBA}"/>
              </a:ext>
            </a:extLst>
          </p:cNvPr>
          <p:cNvSpPr txBox="1"/>
          <p:nvPr/>
        </p:nvSpPr>
        <p:spPr>
          <a:xfrm>
            <a:off x="317500" y="2019300"/>
            <a:ext cx="880561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IN" sz="2000" b="1" dirty="0"/>
              <a:t>Problem Statement</a:t>
            </a:r>
            <a:r>
              <a:rPr lang="en-IN" sz="2000" dirty="0"/>
              <a:t>: "Smart City Road Safety Monitoring Through Existing </a:t>
            </a:r>
          </a:p>
          <a:p>
            <a:pPr rtl="0"/>
            <a:r>
              <a:rPr lang="en-IN" sz="2000" dirty="0"/>
              <a:t>			     Public Transport Infrastructure</a:t>
            </a:r>
            <a:r>
              <a:rPr lang="en-IN" dirty="0"/>
              <a:t>"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E228A-D8AC-F794-FAB9-E78BB1ABA689}"/>
              </a:ext>
            </a:extLst>
          </p:cNvPr>
          <p:cNvSpPr txBox="1"/>
          <p:nvPr/>
        </p:nvSpPr>
        <p:spPr>
          <a:xfrm>
            <a:off x="393700" y="3405051"/>
            <a:ext cx="4783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Theme</a:t>
            </a:r>
            <a:r>
              <a:rPr lang="en-US" sz="2000" dirty="0"/>
              <a:t>: </a:t>
            </a:r>
            <a:r>
              <a:rPr lang="en-IN" sz="2000" dirty="0"/>
              <a:t>Smart Mobility &amp; Transportation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42D62-95E8-D1B0-F375-23F4AB94E26E}"/>
              </a:ext>
            </a:extLst>
          </p:cNvPr>
          <p:cNvSpPr txBox="1"/>
          <p:nvPr/>
        </p:nvSpPr>
        <p:spPr>
          <a:xfrm>
            <a:off x="10071100" y="5600700"/>
            <a:ext cx="234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041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22568" y="585523"/>
            <a:ext cx="50165" cy="297180"/>
          </a:xfrm>
          <a:custGeom>
            <a:avLst/>
            <a:gdLst/>
            <a:ahLst/>
            <a:cxnLst/>
            <a:rect l="l" t="t" r="r" b="b"/>
            <a:pathLst>
              <a:path w="50164" h="297180">
                <a:moveTo>
                  <a:pt x="49537" y="296835"/>
                </a:moveTo>
                <a:lnTo>
                  <a:pt x="0" y="296835"/>
                </a:lnTo>
                <a:lnTo>
                  <a:pt x="0" y="0"/>
                </a:lnTo>
                <a:lnTo>
                  <a:pt x="49537" y="0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31216" y="585523"/>
            <a:ext cx="218440" cy="297180"/>
          </a:xfrm>
          <a:custGeom>
            <a:avLst/>
            <a:gdLst/>
            <a:ahLst/>
            <a:cxnLst/>
            <a:rect l="l" t="t" r="r" b="b"/>
            <a:pathLst>
              <a:path w="218439" h="297180">
                <a:moveTo>
                  <a:pt x="17524" y="296835"/>
                </a:moveTo>
                <a:lnTo>
                  <a:pt x="0" y="296835"/>
                </a:lnTo>
                <a:lnTo>
                  <a:pt x="0" y="0"/>
                </a:lnTo>
                <a:lnTo>
                  <a:pt x="16447" y="0"/>
                </a:lnTo>
                <a:lnTo>
                  <a:pt x="16447" y="42684"/>
                </a:lnTo>
                <a:lnTo>
                  <a:pt x="49537" y="42684"/>
                </a:lnTo>
                <a:lnTo>
                  <a:pt x="49537" y="254346"/>
                </a:lnTo>
                <a:lnTo>
                  <a:pt x="18111" y="254346"/>
                </a:lnTo>
                <a:lnTo>
                  <a:pt x="18046" y="259046"/>
                </a:lnTo>
                <a:lnTo>
                  <a:pt x="17927" y="267667"/>
                </a:lnTo>
                <a:lnTo>
                  <a:pt x="17823" y="275224"/>
                </a:lnTo>
                <a:lnTo>
                  <a:pt x="17733" y="281716"/>
                </a:lnTo>
                <a:lnTo>
                  <a:pt x="17658" y="287143"/>
                </a:lnTo>
                <a:lnTo>
                  <a:pt x="17532" y="296230"/>
                </a:lnTo>
                <a:lnTo>
                  <a:pt x="17524" y="296835"/>
                </a:lnTo>
                <a:close/>
              </a:path>
              <a:path w="218439" h="297180">
                <a:moveTo>
                  <a:pt x="49537" y="42684"/>
                </a:moveTo>
                <a:lnTo>
                  <a:pt x="16447" y="42684"/>
                </a:lnTo>
                <a:lnTo>
                  <a:pt x="16447" y="0"/>
                </a:lnTo>
                <a:lnTo>
                  <a:pt x="49537" y="0"/>
                </a:lnTo>
                <a:lnTo>
                  <a:pt x="49537" y="42684"/>
                </a:lnTo>
                <a:close/>
              </a:path>
              <a:path w="218439" h="297180">
                <a:moveTo>
                  <a:pt x="83020" y="296835"/>
                </a:moveTo>
                <a:lnTo>
                  <a:pt x="49537" y="296835"/>
                </a:lnTo>
                <a:lnTo>
                  <a:pt x="49537" y="254346"/>
                </a:lnTo>
                <a:lnTo>
                  <a:pt x="83020" y="254346"/>
                </a:lnTo>
                <a:lnTo>
                  <a:pt x="96836" y="253606"/>
                </a:lnTo>
                <a:lnTo>
                  <a:pt x="139661" y="235910"/>
                </a:lnTo>
                <a:lnTo>
                  <a:pt x="163525" y="197307"/>
                </a:lnTo>
                <a:lnTo>
                  <a:pt x="168977" y="157033"/>
                </a:lnTo>
                <a:lnTo>
                  <a:pt x="168977" y="139606"/>
                </a:lnTo>
                <a:lnTo>
                  <a:pt x="163396" y="97998"/>
                </a:lnTo>
                <a:lnTo>
                  <a:pt x="141809" y="61897"/>
                </a:lnTo>
                <a:lnTo>
                  <a:pt x="105317" y="44275"/>
                </a:lnTo>
                <a:lnTo>
                  <a:pt x="86544" y="42684"/>
                </a:lnTo>
                <a:lnTo>
                  <a:pt x="49537" y="42684"/>
                </a:lnTo>
                <a:lnTo>
                  <a:pt x="49537" y="0"/>
                </a:lnTo>
                <a:lnTo>
                  <a:pt x="86544" y="0"/>
                </a:lnTo>
                <a:lnTo>
                  <a:pt x="100819" y="611"/>
                </a:lnTo>
                <a:lnTo>
                  <a:pt x="139900" y="9790"/>
                </a:lnTo>
                <a:lnTo>
                  <a:pt x="181704" y="37985"/>
                </a:lnTo>
                <a:lnTo>
                  <a:pt x="203511" y="69778"/>
                </a:lnTo>
                <a:lnTo>
                  <a:pt x="215773" y="109551"/>
                </a:lnTo>
                <a:lnTo>
                  <a:pt x="218123" y="157033"/>
                </a:lnTo>
                <a:lnTo>
                  <a:pt x="217580" y="171461"/>
                </a:lnTo>
                <a:lnTo>
                  <a:pt x="217536" y="172654"/>
                </a:lnTo>
                <a:lnTo>
                  <a:pt x="208724" y="214892"/>
                </a:lnTo>
                <a:lnTo>
                  <a:pt x="189891" y="249421"/>
                </a:lnTo>
                <a:lnTo>
                  <a:pt x="150761" y="281716"/>
                </a:lnTo>
                <a:lnTo>
                  <a:pt x="112365" y="294412"/>
                </a:lnTo>
                <a:lnTo>
                  <a:pt x="98066" y="296230"/>
                </a:lnTo>
                <a:lnTo>
                  <a:pt x="83020" y="296835"/>
                </a:lnTo>
                <a:close/>
              </a:path>
              <a:path w="218439" h="297180">
                <a:moveTo>
                  <a:pt x="49537" y="296835"/>
                </a:moveTo>
                <a:lnTo>
                  <a:pt x="17524" y="296835"/>
                </a:lnTo>
                <a:lnTo>
                  <a:pt x="17532" y="296230"/>
                </a:lnTo>
                <a:lnTo>
                  <a:pt x="17658" y="287143"/>
                </a:lnTo>
                <a:lnTo>
                  <a:pt x="17733" y="281716"/>
                </a:lnTo>
                <a:lnTo>
                  <a:pt x="17823" y="275224"/>
                </a:lnTo>
                <a:lnTo>
                  <a:pt x="17927" y="267667"/>
                </a:lnTo>
                <a:lnTo>
                  <a:pt x="18046" y="259046"/>
                </a:lnTo>
                <a:lnTo>
                  <a:pt x="18111" y="254346"/>
                </a:lnTo>
                <a:lnTo>
                  <a:pt x="49537" y="254346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98543" y="585533"/>
            <a:ext cx="461009" cy="297815"/>
          </a:xfrm>
          <a:custGeom>
            <a:avLst/>
            <a:gdLst/>
            <a:ahLst/>
            <a:cxnLst/>
            <a:rect l="l" t="t" r="r" b="b"/>
            <a:pathLst>
              <a:path w="461010" h="297815">
                <a:moveTo>
                  <a:pt x="460578" y="296837"/>
                </a:moveTo>
                <a:lnTo>
                  <a:pt x="432041" y="222237"/>
                </a:lnTo>
                <a:lnTo>
                  <a:pt x="415709" y="179552"/>
                </a:lnTo>
                <a:lnTo>
                  <a:pt x="366483" y="50888"/>
                </a:lnTo>
                <a:lnTo>
                  <a:pt x="366483" y="179552"/>
                </a:lnTo>
                <a:lnTo>
                  <a:pt x="286537" y="179552"/>
                </a:lnTo>
                <a:lnTo>
                  <a:pt x="326466" y="69621"/>
                </a:lnTo>
                <a:lnTo>
                  <a:pt x="366483" y="179552"/>
                </a:lnTo>
                <a:lnTo>
                  <a:pt x="366483" y="50888"/>
                </a:lnTo>
                <a:lnTo>
                  <a:pt x="347014" y="0"/>
                </a:lnTo>
                <a:lnTo>
                  <a:pt x="340753" y="0"/>
                </a:lnTo>
                <a:lnTo>
                  <a:pt x="312166" y="0"/>
                </a:lnTo>
                <a:lnTo>
                  <a:pt x="305904" y="0"/>
                </a:lnTo>
                <a:lnTo>
                  <a:pt x="192862" y="296481"/>
                </a:lnTo>
                <a:lnTo>
                  <a:pt x="192862" y="254342"/>
                </a:lnTo>
                <a:lnTo>
                  <a:pt x="49542" y="254342"/>
                </a:lnTo>
                <a:lnTo>
                  <a:pt x="30149" y="254342"/>
                </a:lnTo>
                <a:lnTo>
                  <a:pt x="30149" y="254177"/>
                </a:lnTo>
                <a:lnTo>
                  <a:pt x="49542" y="254177"/>
                </a:lnTo>
                <a:lnTo>
                  <a:pt x="49542" y="165277"/>
                </a:lnTo>
                <a:lnTo>
                  <a:pt x="30149" y="165277"/>
                </a:lnTo>
                <a:lnTo>
                  <a:pt x="30149" y="165061"/>
                </a:lnTo>
                <a:lnTo>
                  <a:pt x="49542" y="165061"/>
                </a:lnTo>
                <a:lnTo>
                  <a:pt x="172897" y="165061"/>
                </a:lnTo>
                <a:lnTo>
                  <a:pt x="172897" y="122567"/>
                </a:lnTo>
                <a:lnTo>
                  <a:pt x="49542" y="122567"/>
                </a:lnTo>
                <a:lnTo>
                  <a:pt x="30149" y="122567"/>
                </a:lnTo>
                <a:lnTo>
                  <a:pt x="30149" y="122097"/>
                </a:lnTo>
                <a:lnTo>
                  <a:pt x="49542" y="122097"/>
                </a:lnTo>
                <a:lnTo>
                  <a:pt x="49542" y="42684"/>
                </a:lnTo>
                <a:lnTo>
                  <a:pt x="190906" y="42684"/>
                </a:lnTo>
                <a:lnTo>
                  <a:pt x="190906" y="0"/>
                </a:lnTo>
                <a:lnTo>
                  <a:pt x="49542" y="0"/>
                </a:lnTo>
                <a:lnTo>
                  <a:pt x="30149" y="0"/>
                </a:lnTo>
                <a:lnTo>
                  <a:pt x="30149" y="177"/>
                </a:lnTo>
                <a:lnTo>
                  <a:pt x="0" y="177"/>
                </a:lnTo>
                <a:lnTo>
                  <a:pt x="0" y="42087"/>
                </a:lnTo>
                <a:lnTo>
                  <a:pt x="0" y="122097"/>
                </a:lnTo>
                <a:lnTo>
                  <a:pt x="0" y="165277"/>
                </a:lnTo>
                <a:lnTo>
                  <a:pt x="0" y="254177"/>
                </a:lnTo>
                <a:lnTo>
                  <a:pt x="0" y="297357"/>
                </a:lnTo>
                <a:lnTo>
                  <a:pt x="30149" y="297357"/>
                </a:lnTo>
                <a:lnTo>
                  <a:pt x="30149" y="296837"/>
                </a:lnTo>
                <a:lnTo>
                  <a:pt x="49542" y="296837"/>
                </a:lnTo>
                <a:lnTo>
                  <a:pt x="192722" y="296837"/>
                </a:lnTo>
                <a:lnTo>
                  <a:pt x="192862" y="296837"/>
                </a:lnTo>
                <a:lnTo>
                  <a:pt x="243928" y="296837"/>
                </a:lnTo>
                <a:lnTo>
                  <a:pt x="271030" y="222237"/>
                </a:lnTo>
                <a:lnTo>
                  <a:pt x="382016" y="222237"/>
                </a:lnTo>
                <a:lnTo>
                  <a:pt x="409181" y="296837"/>
                </a:lnTo>
                <a:lnTo>
                  <a:pt x="460578" y="296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4473" y="585533"/>
            <a:ext cx="1001394" cy="297815"/>
          </a:xfrm>
          <a:custGeom>
            <a:avLst/>
            <a:gdLst/>
            <a:ahLst/>
            <a:cxnLst/>
            <a:rect l="l" t="t" r="r" b="b"/>
            <a:pathLst>
              <a:path w="1001395" h="297815">
                <a:moveTo>
                  <a:pt x="232029" y="0"/>
                </a:moveTo>
                <a:lnTo>
                  <a:pt x="140385" y="0"/>
                </a:lnTo>
                <a:lnTo>
                  <a:pt x="91440" y="0"/>
                </a:lnTo>
                <a:lnTo>
                  <a:pt x="0" y="0"/>
                </a:lnTo>
                <a:lnTo>
                  <a:pt x="0" y="42684"/>
                </a:lnTo>
                <a:lnTo>
                  <a:pt x="91440" y="42684"/>
                </a:lnTo>
                <a:lnTo>
                  <a:pt x="91440" y="296837"/>
                </a:lnTo>
                <a:lnTo>
                  <a:pt x="140385" y="296837"/>
                </a:lnTo>
                <a:lnTo>
                  <a:pt x="140385" y="42684"/>
                </a:lnTo>
                <a:lnTo>
                  <a:pt x="232029" y="42684"/>
                </a:lnTo>
                <a:lnTo>
                  <a:pt x="232029" y="0"/>
                </a:lnTo>
                <a:close/>
              </a:path>
              <a:path w="1001395" h="297815">
                <a:moveTo>
                  <a:pt x="309499" y="0"/>
                </a:moveTo>
                <a:lnTo>
                  <a:pt x="259956" y="0"/>
                </a:lnTo>
                <a:lnTo>
                  <a:pt x="259956" y="296837"/>
                </a:lnTo>
                <a:lnTo>
                  <a:pt x="309499" y="296837"/>
                </a:lnTo>
                <a:lnTo>
                  <a:pt x="309499" y="0"/>
                </a:lnTo>
                <a:close/>
              </a:path>
              <a:path w="1001395" h="297815">
                <a:moveTo>
                  <a:pt x="571677" y="0"/>
                </a:moveTo>
                <a:lnTo>
                  <a:pt x="480034" y="0"/>
                </a:lnTo>
                <a:lnTo>
                  <a:pt x="431088" y="0"/>
                </a:lnTo>
                <a:lnTo>
                  <a:pt x="339648" y="0"/>
                </a:lnTo>
                <a:lnTo>
                  <a:pt x="339648" y="42684"/>
                </a:lnTo>
                <a:lnTo>
                  <a:pt x="431088" y="42684"/>
                </a:lnTo>
                <a:lnTo>
                  <a:pt x="431088" y="296837"/>
                </a:lnTo>
                <a:lnTo>
                  <a:pt x="480034" y="296837"/>
                </a:lnTo>
                <a:lnTo>
                  <a:pt x="480034" y="42684"/>
                </a:lnTo>
                <a:lnTo>
                  <a:pt x="571677" y="42684"/>
                </a:lnTo>
                <a:lnTo>
                  <a:pt x="571677" y="0"/>
                </a:lnTo>
                <a:close/>
              </a:path>
              <a:path w="1001395" h="297815">
                <a:moveTo>
                  <a:pt x="781507" y="254342"/>
                </a:moveTo>
                <a:lnTo>
                  <a:pt x="646404" y="254342"/>
                </a:lnTo>
                <a:lnTo>
                  <a:pt x="627214" y="254342"/>
                </a:lnTo>
                <a:lnTo>
                  <a:pt x="627214" y="254177"/>
                </a:lnTo>
                <a:lnTo>
                  <a:pt x="646404" y="254177"/>
                </a:lnTo>
                <a:lnTo>
                  <a:pt x="646404" y="177"/>
                </a:lnTo>
                <a:lnTo>
                  <a:pt x="596861" y="177"/>
                </a:lnTo>
                <a:lnTo>
                  <a:pt x="596861" y="254177"/>
                </a:lnTo>
                <a:lnTo>
                  <a:pt x="596861" y="297357"/>
                </a:lnTo>
                <a:lnTo>
                  <a:pt x="627214" y="297357"/>
                </a:lnTo>
                <a:lnTo>
                  <a:pt x="627214" y="296837"/>
                </a:lnTo>
                <a:lnTo>
                  <a:pt x="646404" y="296837"/>
                </a:lnTo>
                <a:lnTo>
                  <a:pt x="781507" y="296837"/>
                </a:lnTo>
                <a:lnTo>
                  <a:pt x="781507" y="254342"/>
                </a:lnTo>
                <a:close/>
              </a:path>
              <a:path w="1001395" h="297815">
                <a:moveTo>
                  <a:pt x="1001369" y="254342"/>
                </a:moveTo>
                <a:lnTo>
                  <a:pt x="858050" y="254342"/>
                </a:lnTo>
                <a:lnTo>
                  <a:pt x="838657" y="254342"/>
                </a:lnTo>
                <a:lnTo>
                  <a:pt x="838657" y="254177"/>
                </a:lnTo>
                <a:lnTo>
                  <a:pt x="858050" y="254177"/>
                </a:lnTo>
                <a:lnTo>
                  <a:pt x="858050" y="165277"/>
                </a:lnTo>
                <a:lnTo>
                  <a:pt x="838657" y="165277"/>
                </a:lnTo>
                <a:lnTo>
                  <a:pt x="838657" y="165061"/>
                </a:lnTo>
                <a:lnTo>
                  <a:pt x="858050" y="165061"/>
                </a:lnTo>
                <a:lnTo>
                  <a:pt x="981405" y="165061"/>
                </a:lnTo>
                <a:lnTo>
                  <a:pt x="981405" y="122567"/>
                </a:lnTo>
                <a:lnTo>
                  <a:pt x="858050" y="122567"/>
                </a:lnTo>
                <a:lnTo>
                  <a:pt x="838657" y="122567"/>
                </a:lnTo>
                <a:lnTo>
                  <a:pt x="838657" y="122097"/>
                </a:lnTo>
                <a:lnTo>
                  <a:pt x="858050" y="122097"/>
                </a:lnTo>
                <a:lnTo>
                  <a:pt x="858050" y="42684"/>
                </a:lnTo>
                <a:lnTo>
                  <a:pt x="999413" y="42684"/>
                </a:lnTo>
                <a:lnTo>
                  <a:pt x="999413" y="0"/>
                </a:lnTo>
                <a:lnTo>
                  <a:pt x="858050" y="0"/>
                </a:lnTo>
                <a:lnTo>
                  <a:pt x="838657" y="0"/>
                </a:lnTo>
                <a:lnTo>
                  <a:pt x="838657" y="177"/>
                </a:lnTo>
                <a:lnTo>
                  <a:pt x="808507" y="177"/>
                </a:lnTo>
                <a:lnTo>
                  <a:pt x="808507" y="42087"/>
                </a:lnTo>
                <a:lnTo>
                  <a:pt x="808507" y="122097"/>
                </a:lnTo>
                <a:lnTo>
                  <a:pt x="808507" y="165277"/>
                </a:lnTo>
                <a:lnTo>
                  <a:pt x="808507" y="254177"/>
                </a:lnTo>
                <a:lnTo>
                  <a:pt x="808507" y="297357"/>
                </a:lnTo>
                <a:lnTo>
                  <a:pt x="838657" y="297357"/>
                </a:lnTo>
                <a:lnTo>
                  <a:pt x="838657" y="296837"/>
                </a:lnTo>
                <a:lnTo>
                  <a:pt x="858050" y="296837"/>
                </a:lnTo>
                <a:lnTo>
                  <a:pt x="1001369" y="296837"/>
                </a:lnTo>
                <a:lnTo>
                  <a:pt x="1001369" y="254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6692" y="5681860"/>
            <a:ext cx="67943" cy="1002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F5521AA-8669-6898-A651-A9AAA8E71C25}"/>
              </a:ext>
            </a:extLst>
          </p:cNvPr>
          <p:cNvSpPr txBox="1"/>
          <p:nvPr/>
        </p:nvSpPr>
        <p:spPr>
          <a:xfrm>
            <a:off x="393700" y="1104900"/>
            <a:ext cx="4384677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PROPOSED SOLUTION</a:t>
            </a:r>
          </a:p>
          <a:p>
            <a:pPr>
              <a:buNone/>
            </a:pPr>
            <a:r>
              <a:rPr lang="en-IN" sz="1400" b="1" dirty="0" err="1"/>
              <a:t>UrbanSense</a:t>
            </a:r>
            <a:r>
              <a:rPr lang="en-IN" sz="1400" b="1" dirty="0"/>
              <a:t> AI</a:t>
            </a:r>
          </a:p>
          <a:p>
            <a:pPr>
              <a:buNone/>
            </a:pPr>
            <a:r>
              <a:rPr lang="en-IN" sz="1400" b="1" dirty="0"/>
              <a:t>An AI-powered urban intelligence platform that </a:t>
            </a:r>
          </a:p>
          <a:p>
            <a:pPr>
              <a:buNone/>
            </a:pPr>
            <a:r>
              <a:rPr lang="en-IN" sz="1400" b="1" dirty="0"/>
              <a:t>converts public transport buses into continuously</a:t>
            </a:r>
          </a:p>
          <a:p>
            <a:pPr>
              <a:buNone/>
            </a:pPr>
            <a:r>
              <a:rPr lang="en-IN" sz="1400" b="1" dirty="0"/>
              <a:t>operating mobile sensing units.</a:t>
            </a:r>
            <a:endParaRPr lang="en-IN" sz="1400" dirty="0"/>
          </a:p>
          <a:p>
            <a:pPr>
              <a:buNone/>
            </a:pPr>
            <a:r>
              <a:rPr lang="en-IN" sz="1400" dirty="0"/>
              <a:t>Our system uses cameras and GPS already available </a:t>
            </a:r>
          </a:p>
          <a:p>
            <a:pPr>
              <a:buNone/>
            </a:pPr>
            <a:r>
              <a:rPr lang="en-IN" sz="1400" dirty="0"/>
              <a:t>on buses to </a:t>
            </a:r>
            <a:r>
              <a:rPr lang="en-IN" sz="1400" b="1" dirty="0"/>
              <a:t>observe road conditions, traffic situations</a:t>
            </a:r>
          </a:p>
          <a:p>
            <a:pPr>
              <a:buNone/>
            </a:pPr>
            <a:r>
              <a:rPr lang="en-IN" sz="1400" b="1" dirty="0"/>
              <a:t> and safety incidents while buses travel through the city.</a:t>
            </a:r>
            <a:endParaRPr lang="en-IN" sz="1400" dirty="0"/>
          </a:p>
          <a:p>
            <a:pPr>
              <a:buNone/>
            </a:pPr>
            <a:r>
              <a:rPr lang="en-IN" sz="1400" b="1" dirty="0"/>
              <a:t>It detects: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🕳️ Potholes and damaged road surfaces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💧 Waterlogging and flooded road sections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🚧 Missing or damaged road dividers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🚸 Missing zebra crossings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🚦 Damaged or missing traffic signs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⚠️ Roadside hazards and obstacles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🚗 Vehicle density and traffic congestion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🚶 Pedestrian-related safety situations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🚨 Possible accidents and hit-and-run incidents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2E4240-9339-5446-74C2-52F574181B9E}"/>
              </a:ext>
            </a:extLst>
          </p:cNvPr>
          <p:cNvSpPr txBox="1"/>
          <p:nvPr/>
        </p:nvSpPr>
        <p:spPr>
          <a:xfrm>
            <a:off x="5259419" y="1104900"/>
            <a:ext cx="503411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Smart Verification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GPS + Time + Evidence</a:t>
            </a:r>
            <a:r>
              <a:rPr lang="en-IN" sz="1400" dirty="0"/>
              <a:t> for every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Unique Event ID</a:t>
            </a:r>
            <a:r>
              <a:rPr lang="en-IN" sz="1400" dirty="0"/>
              <a:t> for every problem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Same issue detected by multiple buses → </a:t>
            </a:r>
          </a:p>
          <a:p>
            <a:pPr lvl="0"/>
            <a:r>
              <a:rPr lang="en-IN" sz="1400" b="1" dirty="0"/>
              <a:t>       same Event ID +  count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Incident → </a:t>
            </a:r>
            <a:r>
              <a:rPr lang="en-IN" sz="1400" b="1" dirty="0"/>
              <a:t>AI verification + number-plate extraction    </a:t>
            </a:r>
            <a:endParaRPr lang="en-I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C1BBD3-41EC-7BB3-AA98-597116148621}"/>
              </a:ext>
            </a:extLst>
          </p:cNvPr>
          <p:cNvSpPr txBox="1"/>
          <p:nvPr/>
        </p:nvSpPr>
        <p:spPr>
          <a:xfrm>
            <a:off x="5265587" y="2781300"/>
            <a:ext cx="5034113" cy="16004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CONSEQUENCE-AWARE SMART ROUTING</a:t>
            </a:r>
          </a:p>
          <a:p>
            <a:pPr>
              <a:buNone/>
            </a:pPr>
            <a:r>
              <a:rPr lang="en-IN" sz="1400" b="1" dirty="0"/>
              <a:t>Considers:</a:t>
            </a:r>
            <a:endParaRPr lang="en-IN" sz="1400" dirty="0"/>
          </a:p>
          <a:p>
            <a:pPr>
              <a:buNone/>
            </a:pPr>
            <a:r>
              <a:rPr lang="en-IN" sz="1400" b="1" dirty="0"/>
              <a:t>Traffic + Road Condition + Waterlogging + Hazards + Distance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Calculates </a:t>
            </a:r>
            <a:r>
              <a:rPr lang="en-IN" sz="1400" b="1" dirty="0"/>
              <a:t>route consequence score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Compares possible routes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🟢 </a:t>
            </a:r>
            <a:r>
              <a:rPr lang="en-IN" sz="1400" b="1" dirty="0"/>
              <a:t>Low</a:t>
            </a:r>
            <a:r>
              <a:rPr lang="en-IN" sz="1400" dirty="0"/>
              <a:t> | 🟡 </a:t>
            </a:r>
            <a:r>
              <a:rPr lang="en-IN" sz="1400" b="1" dirty="0"/>
              <a:t>Moderate</a:t>
            </a:r>
            <a:r>
              <a:rPr lang="en-IN" sz="1400" dirty="0"/>
              <a:t> | 🔴 </a:t>
            </a:r>
            <a:r>
              <a:rPr lang="en-IN" sz="1400" b="1" dirty="0"/>
              <a:t>High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Recommends the </a:t>
            </a:r>
            <a:r>
              <a:rPr lang="en-IN" sz="1400" b="1" dirty="0"/>
              <a:t>safer &amp; more efficient route</a:t>
            </a:r>
            <a:endParaRPr lang="en-IN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ABDC52-CC14-12ED-3943-CEE785F949B3}"/>
              </a:ext>
            </a:extLst>
          </p:cNvPr>
          <p:cNvSpPr txBox="1"/>
          <p:nvPr/>
        </p:nvSpPr>
        <p:spPr>
          <a:xfrm>
            <a:off x="4859552" y="4762500"/>
            <a:ext cx="5833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</a:rPr>
              <a:t>DETECT → VERIFY → MAP → ANALYSE → RECOMMEND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01098" y="305930"/>
            <a:ext cx="786130" cy="304800"/>
          </a:xfrm>
          <a:custGeom>
            <a:avLst/>
            <a:gdLst/>
            <a:ahLst/>
            <a:cxnLst/>
            <a:rect l="l" t="t" r="r" b="b"/>
            <a:pathLst>
              <a:path w="786129" h="304800">
                <a:moveTo>
                  <a:pt x="232016" y="3911"/>
                </a:moveTo>
                <a:lnTo>
                  <a:pt x="140385" y="3911"/>
                </a:lnTo>
                <a:lnTo>
                  <a:pt x="91440" y="3911"/>
                </a:lnTo>
                <a:lnTo>
                  <a:pt x="0" y="3911"/>
                </a:lnTo>
                <a:lnTo>
                  <a:pt x="0" y="46596"/>
                </a:lnTo>
                <a:lnTo>
                  <a:pt x="91440" y="46596"/>
                </a:lnTo>
                <a:lnTo>
                  <a:pt x="91440" y="300748"/>
                </a:lnTo>
                <a:lnTo>
                  <a:pt x="140385" y="300748"/>
                </a:lnTo>
                <a:lnTo>
                  <a:pt x="140385" y="46596"/>
                </a:lnTo>
                <a:lnTo>
                  <a:pt x="232016" y="46596"/>
                </a:lnTo>
                <a:lnTo>
                  <a:pt x="232016" y="3911"/>
                </a:lnTo>
                <a:close/>
              </a:path>
              <a:path w="786129" h="304800">
                <a:moveTo>
                  <a:pt x="450075" y="258254"/>
                </a:moveTo>
                <a:lnTo>
                  <a:pt x="306755" y="258254"/>
                </a:lnTo>
                <a:lnTo>
                  <a:pt x="306755" y="168973"/>
                </a:lnTo>
                <a:lnTo>
                  <a:pt x="430110" y="168973"/>
                </a:lnTo>
                <a:lnTo>
                  <a:pt x="430110" y="126479"/>
                </a:lnTo>
                <a:lnTo>
                  <a:pt x="306755" y="126479"/>
                </a:lnTo>
                <a:lnTo>
                  <a:pt x="306755" y="46596"/>
                </a:lnTo>
                <a:lnTo>
                  <a:pt x="448119" y="46596"/>
                </a:lnTo>
                <a:lnTo>
                  <a:pt x="448119" y="3911"/>
                </a:lnTo>
                <a:lnTo>
                  <a:pt x="306755" y="3911"/>
                </a:lnTo>
                <a:lnTo>
                  <a:pt x="287362" y="3911"/>
                </a:lnTo>
                <a:lnTo>
                  <a:pt x="287362" y="3302"/>
                </a:lnTo>
                <a:lnTo>
                  <a:pt x="257213" y="3302"/>
                </a:lnTo>
                <a:lnTo>
                  <a:pt x="257213" y="46482"/>
                </a:lnTo>
                <a:lnTo>
                  <a:pt x="257213" y="126492"/>
                </a:lnTo>
                <a:lnTo>
                  <a:pt x="257213" y="168402"/>
                </a:lnTo>
                <a:lnTo>
                  <a:pt x="257213" y="258572"/>
                </a:lnTo>
                <a:lnTo>
                  <a:pt x="257213" y="300482"/>
                </a:lnTo>
                <a:lnTo>
                  <a:pt x="287362" y="300482"/>
                </a:lnTo>
                <a:lnTo>
                  <a:pt x="287362" y="300748"/>
                </a:lnTo>
                <a:lnTo>
                  <a:pt x="306755" y="300748"/>
                </a:lnTo>
                <a:lnTo>
                  <a:pt x="450075" y="300748"/>
                </a:lnTo>
                <a:lnTo>
                  <a:pt x="450075" y="258254"/>
                </a:lnTo>
                <a:close/>
              </a:path>
              <a:path w="786129" h="304800">
                <a:moveTo>
                  <a:pt x="702132" y="107099"/>
                </a:moveTo>
                <a:lnTo>
                  <a:pt x="691121" y="60642"/>
                </a:lnTo>
                <a:lnTo>
                  <a:pt x="669340" y="28219"/>
                </a:lnTo>
                <a:lnTo>
                  <a:pt x="635812" y="7264"/>
                </a:lnTo>
                <a:lnTo>
                  <a:pt x="590816" y="0"/>
                </a:lnTo>
                <a:lnTo>
                  <a:pt x="577303" y="622"/>
                </a:lnTo>
                <a:lnTo>
                  <a:pt x="530034" y="15455"/>
                </a:lnTo>
                <a:lnTo>
                  <a:pt x="495287" y="47866"/>
                </a:lnTo>
                <a:lnTo>
                  <a:pt x="475030" y="94957"/>
                </a:lnTo>
                <a:lnTo>
                  <a:pt x="470395" y="138226"/>
                </a:lnTo>
                <a:lnTo>
                  <a:pt x="470395" y="166624"/>
                </a:lnTo>
                <a:lnTo>
                  <a:pt x="475030" y="209892"/>
                </a:lnTo>
                <a:lnTo>
                  <a:pt x="488734" y="246507"/>
                </a:lnTo>
                <a:lnTo>
                  <a:pt x="519430" y="282727"/>
                </a:lnTo>
                <a:lnTo>
                  <a:pt x="562330" y="302183"/>
                </a:lnTo>
                <a:lnTo>
                  <a:pt x="587489" y="304660"/>
                </a:lnTo>
                <a:lnTo>
                  <a:pt x="604647" y="303847"/>
                </a:lnTo>
                <a:lnTo>
                  <a:pt x="647509" y="291541"/>
                </a:lnTo>
                <a:lnTo>
                  <a:pt x="677697" y="266433"/>
                </a:lnTo>
                <a:lnTo>
                  <a:pt x="695934" y="230060"/>
                </a:lnTo>
                <a:lnTo>
                  <a:pt x="702132" y="198335"/>
                </a:lnTo>
                <a:lnTo>
                  <a:pt x="652983" y="198335"/>
                </a:lnTo>
                <a:lnTo>
                  <a:pt x="650887" y="209651"/>
                </a:lnTo>
                <a:lnTo>
                  <a:pt x="648436" y="219608"/>
                </a:lnTo>
                <a:lnTo>
                  <a:pt x="622935" y="255320"/>
                </a:lnTo>
                <a:lnTo>
                  <a:pt x="587489" y="262178"/>
                </a:lnTo>
                <a:lnTo>
                  <a:pt x="579081" y="261721"/>
                </a:lnTo>
                <a:lnTo>
                  <a:pt x="540918" y="241020"/>
                </a:lnTo>
                <a:lnTo>
                  <a:pt x="523951" y="204508"/>
                </a:lnTo>
                <a:lnTo>
                  <a:pt x="519747" y="166624"/>
                </a:lnTo>
                <a:lnTo>
                  <a:pt x="519747" y="137833"/>
                </a:lnTo>
                <a:lnTo>
                  <a:pt x="524344" y="98183"/>
                </a:lnTo>
                <a:lnTo>
                  <a:pt x="542709" y="62420"/>
                </a:lnTo>
                <a:lnTo>
                  <a:pt x="582295" y="43091"/>
                </a:lnTo>
                <a:lnTo>
                  <a:pt x="590816" y="42684"/>
                </a:lnTo>
                <a:lnTo>
                  <a:pt x="600583" y="43116"/>
                </a:lnTo>
                <a:lnTo>
                  <a:pt x="638975" y="63677"/>
                </a:lnTo>
                <a:lnTo>
                  <a:pt x="652881" y="107099"/>
                </a:lnTo>
                <a:lnTo>
                  <a:pt x="702132" y="107099"/>
                </a:lnTo>
                <a:close/>
              </a:path>
              <a:path w="786129" h="304800">
                <a:moveTo>
                  <a:pt x="785723" y="3302"/>
                </a:moveTo>
                <a:lnTo>
                  <a:pt x="736193" y="3302"/>
                </a:lnTo>
                <a:lnTo>
                  <a:pt x="736193" y="126492"/>
                </a:lnTo>
                <a:lnTo>
                  <a:pt x="736193" y="168402"/>
                </a:lnTo>
                <a:lnTo>
                  <a:pt x="736193" y="300482"/>
                </a:lnTo>
                <a:lnTo>
                  <a:pt x="785723" y="300482"/>
                </a:lnTo>
                <a:lnTo>
                  <a:pt x="785723" y="168402"/>
                </a:lnTo>
                <a:lnTo>
                  <a:pt x="768108" y="168402"/>
                </a:lnTo>
                <a:lnTo>
                  <a:pt x="768108" y="126492"/>
                </a:lnTo>
                <a:lnTo>
                  <a:pt x="785723" y="126492"/>
                </a:lnTo>
                <a:lnTo>
                  <a:pt x="785723" y="3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18800" y="309232"/>
            <a:ext cx="49530" cy="297180"/>
          </a:xfrm>
          <a:custGeom>
            <a:avLst/>
            <a:gdLst/>
            <a:ahLst/>
            <a:cxnLst/>
            <a:rect l="l" t="t" r="r" b="b"/>
            <a:pathLst>
              <a:path w="49529" h="297180">
                <a:moveTo>
                  <a:pt x="49339" y="0"/>
                </a:moveTo>
                <a:lnTo>
                  <a:pt x="0" y="0"/>
                </a:lnTo>
                <a:lnTo>
                  <a:pt x="0" y="123190"/>
                </a:lnTo>
                <a:lnTo>
                  <a:pt x="0" y="165100"/>
                </a:lnTo>
                <a:lnTo>
                  <a:pt x="0" y="297180"/>
                </a:lnTo>
                <a:lnTo>
                  <a:pt x="49339" y="297180"/>
                </a:lnTo>
                <a:lnTo>
                  <a:pt x="49339" y="165100"/>
                </a:lnTo>
                <a:lnTo>
                  <a:pt x="16446" y="165100"/>
                </a:lnTo>
                <a:lnTo>
                  <a:pt x="16446" y="123190"/>
                </a:lnTo>
                <a:lnTo>
                  <a:pt x="49339" y="123190"/>
                </a:lnTo>
                <a:lnTo>
                  <a:pt x="493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9207" y="432409"/>
            <a:ext cx="199390" cy="42545"/>
          </a:xfrm>
          <a:custGeom>
            <a:avLst/>
            <a:gdLst/>
            <a:ahLst/>
            <a:cxnLst/>
            <a:rect l="l" t="t" r="r" b="b"/>
            <a:pathLst>
              <a:path w="199389" h="42545">
                <a:moveTo>
                  <a:pt x="149593" y="0"/>
                </a:moveTo>
                <a:lnTo>
                  <a:pt x="17614" y="0"/>
                </a:lnTo>
                <a:lnTo>
                  <a:pt x="0" y="0"/>
                </a:lnTo>
                <a:lnTo>
                  <a:pt x="0" y="42494"/>
                </a:lnTo>
                <a:lnTo>
                  <a:pt x="17614" y="42494"/>
                </a:lnTo>
                <a:lnTo>
                  <a:pt x="149593" y="42494"/>
                </a:lnTo>
                <a:lnTo>
                  <a:pt x="149593" y="0"/>
                </a:lnTo>
                <a:close/>
              </a:path>
              <a:path w="199389" h="42545">
                <a:moveTo>
                  <a:pt x="198932" y="0"/>
                </a:moveTo>
                <a:lnTo>
                  <a:pt x="166039" y="0"/>
                </a:lnTo>
                <a:lnTo>
                  <a:pt x="166039" y="42494"/>
                </a:lnTo>
                <a:lnTo>
                  <a:pt x="198932" y="42494"/>
                </a:lnTo>
                <a:lnTo>
                  <a:pt x="198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26908" y="309833"/>
            <a:ext cx="231140" cy="297180"/>
          </a:xfrm>
          <a:custGeom>
            <a:avLst/>
            <a:gdLst/>
            <a:ahLst/>
            <a:cxnLst/>
            <a:rect l="l" t="t" r="r" b="b"/>
            <a:pathLst>
              <a:path w="231139" h="297180">
                <a:moveTo>
                  <a:pt x="231046" y="296835"/>
                </a:moveTo>
                <a:lnTo>
                  <a:pt x="184053" y="296835"/>
                </a:lnTo>
                <a:lnTo>
                  <a:pt x="49537" y="90852"/>
                </a:lnTo>
                <a:lnTo>
                  <a:pt x="49537" y="296835"/>
                </a:lnTo>
                <a:lnTo>
                  <a:pt x="0" y="296835"/>
                </a:lnTo>
                <a:lnTo>
                  <a:pt x="0" y="0"/>
                </a:lnTo>
                <a:lnTo>
                  <a:pt x="46796" y="0"/>
                </a:lnTo>
                <a:lnTo>
                  <a:pt x="181900" y="206669"/>
                </a:lnTo>
                <a:lnTo>
                  <a:pt x="181900" y="0"/>
                </a:lnTo>
                <a:lnTo>
                  <a:pt x="231046" y="0"/>
                </a:lnTo>
                <a:lnTo>
                  <a:pt x="231046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9262" y="309833"/>
            <a:ext cx="50165" cy="297180"/>
          </a:xfrm>
          <a:custGeom>
            <a:avLst/>
            <a:gdLst/>
            <a:ahLst/>
            <a:cxnLst/>
            <a:rect l="l" t="t" r="r" b="b"/>
            <a:pathLst>
              <a:path w="50164" h="297180">
                <a:moveTo>
                  <a:pt x="49537" y="296835"/>
                </a:moveTo>
                <a:lnTo>
                  <a:pt x="0" y="296835"/>
                </a:lnTo>
                <a:lnTo>
                  <a:pt x="0" y="0"/>
                </a:lnTo>
                <a:lnTo>
                  <a:pt x="49537" y="0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8304" y="305930"/>
            <a:ext cx="706755" cy="304800"/>
          </a:xfrm>
          <a:custGeom>
            <a:avLst/>
            <a:gdLst/>
            <a:ahLst/>
            <a:cxnLst/>
            <a:rect l="l" t="t" r="r" b="b"/>
            <a:pathLst>
              <a:path w="706754" h="304800">
                <a:moveTo>
                  <a:pt x="231736" y="107099"/>
                </a:moveTo>
                <a:lnTo>
                  <a:pt x="220726" y="60642"/>
                </a:lnTo>
                <a:lnTo>
                  <a:pt x="198945" y="28219"/>
                </a:lnTo>
                <a:lnTo>
                  <a:pt x="165417" y="7264"/>
                </a:lnTo>
                <a:lnTo>
                  <a:pt x="120421" y="0"/>
                </a:lnTo>
                <a:lnTo>
                  <a:pt x="106908" y="622"/>
                </a:lnTo>
                <a:lnTo>
                  <a:pt x="59651" y="15455"/>
                </a:lnTo>
                <a:lnTo>
                  <a:pt x="24892" y="47866"/>
                </a:lnTo>
                <a:lnTo>
                  <a:pt x="4635" y="94957"/>
                </a:lnTo>
                <a:lnTo>
                  <a:pt x="0" y="138226"/>
                </a:lnTo>
                <a:lnTo>
                  <a:pt x="0" y="166624"/>
                </a:lnTo>
                <a:lnTo>
                  <a:pt x="4635" y="209892"/>
                </a:lnTo>
                <a:lnTo>
                  <a:pt x="18338" y="246507"/>
                </a:lnTo>
                <a:lnTo>
                  <a:pt x="49034" y="282727"/>
                </a:lnTo>
                <a:lnTo>
                  <a:pt x="91935" y="302183"/>
                </a:lnTo>
                <a:lnTo>
                  <a:pt x="117094" y="304660"/>
                </a:lnTo>
                <a:lnTo>
                  <a:pt x="134251" y="303847"/>
                </a:lnTo>
                <a:lnTo>
                  <a:pt x="177114" y="291541"/>
                </a:lnTo>
                <a:lnTo>
                  <a:pt x="207302" y="266433"/>
                </a:lnTo>
                <a:lnTo>
                  <a:pt x="225539" y="230060"/>
                </a:lnTo>
                <a:lnTo>
                  <a:pt x="231736" y="198335"/>
                </a:lnTo>
                <a:lnTo>
                  <a:pt x="182587" y="198335"/>
                </a:lnTo>
                <a:lnTo>
                  <a:pt x="180505" y="209651"/>
                </a:lnTo>
                <a:lnTo>
                  <a:pt x="178041" y="219608"/>
                </a:lnTo>
                <a:lnTo>
                  <a:pt x="152539" y="255320"/>
                </a:lnTo>
                <a:lnTo>
                  <a:pt x="117094" y="262178"/>
                </a:lnTo>
                <a:lnTo>
                  <a:pt x="108686" y="261721"/>
                </a:lnTo>
                <a:lnTo>
                  <a:pt x="70523" y="241020"/>
                </a:lnTo>
                <a:lnTo>
                  <a:pt x="53555" y="204508"/>
                </a:lnTo>
                <a:lnTo>
                  <a:pt x="49352" y="166624"/>
                </a:lnTo>
                <a:lnTo>
                  <a:pt x="49352" y="137833"/>
                </a:lnTo>
                <a:lnTo>
                  <a:pt x="53949" y="98183"/>
                </a:lnTo>
                <a:lnTo>
                  <a:pt x="72313" y="62420"/>
                </a:lnTo>
                <a:lnTo>
                  <a:pt x="111899" y="43091"/>
                </a:lnTo>
                <a:lnTo>
                  <a:pt x="120421" y="42684"/>
                </a:lnTo>
                <a:lnTo>
                  <a:pt x="130187" y="43116"/>
                </a:lnTo>
                <a:lnTo>
                  <a:pt x="168579" y="63677"/>
                </a:lnTo>
                <a:lnTo>
                  <a:pt x="182499" y="107099"/>
                </a:lnTo>
                <a:lnTo>
                  <a:pt x="231736" y="107099"/>
                </a:lnTo>
                <a:close/>
              </a:path>
              <a:path w="706754" h="304800">
                <a:moveTo>
                  <a:pt x="503593" y="300748"/>
                </a:moveTo>
                <a:lnTo>
                  <a:pt x="475056" y="226148"/>
                </a:lnTo>
                <a:lnTo>
                  <a:pt x="458724" y="183464"/>
                </a:lnTo>
                <a:lnTo>
                  <a:pt x="409498" y="54800"/>
                </a:lnTo>
                <a:lnTo>
                  <a:pt x="409498" y="183464"/>
                </a:lnTo>
                <a:lnTo>
                  <a:pt x="329552" y="183464"/>
                </a:lnTo>
                <a:lnTo>
                  <a:pt x="369481" y="73533"/>
                </a:lnTo>
                <a:lnTo>
                  <a:pt x="409498" y="183464"/>
                </a:lnTo>
                <a:lnTo>
                  <a:pt x="409498" y="54800"/>
                </a:lnTo>
                <a:lnTo>
                  <a:pt x="390029" y="3911"/>
                </a:lnTo>
                <a:lnTo>
                  <a:pt x="383768" y="3911"/>
                </a:lnTo>
                <a:lnTo>
                  <a:pt x="355180" y="3911"/>
                </a:lnTo>
                <a:lnTo>
                  <a:pt x="348919" y="3911"/>
                </a:lnTo>
                <a:lnTo>
                  <a:pt x="235737" y="300748"/>
                </a:lnTo>
                <a:lnTo>
                  <a:pt x="286943" y="300748"/>
                </a:lnTo>
                <a:lnTo>
                  <a:pt x="314045" y="226148"/>
                </a:lnTo>
                <a:lnTo>
                  <a:pt x="425030" y="226148"/>
                </a:lnTo>
                <a:lnTo>
                  <a:pt x="452196" y="300748"/>
                </a:lnTo>
                <a:lnTo>
                  <a:pt x="503593" y="300748"/>
                </a:lnTo>
                <a:close/>
              </a:path>
              <a:path w="706754" h="304800">
                <a:moveTo>
                  <a:pt x="706628" y="258254"/>
                </a:moveTo>
                <a:lnTo>
                  <a:pt x="571525" y="258254"/>
                </a:lnTo>
                <a:lnTo>
                  <a:pt x="571525" y="3302"/>
                </a:lnTo>
                <a:lnTo>
                  <a:pt x="521995" y="3302"/>
                </a:lnTo>
                <a:lnTo>
                  <a:pt x="521995" y="258572"/>
                </a:lnTo>
                <a:lnTo>
                  <a:pt x="521995" y="300482"/>
                </a:lnTo>
                <a:lnTo>
                  <a:pt x="552335" y="300482"/>
                </a:lnTo>
                <a:lnTo>
                  <a:pt x="552335" y="300748"/>
                </a:lnTo>
                <a:lnTo>
                  <a:pt x="571525" y="300748"/>
                </a:lnTo>
                <a:lnTo>
                  <a:pt x="706628" y="300748"/>
                </a:lnTo>
                <a:lnTo>
                  <a:pt x="706628" y="258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22138" y="305930"/>
            <a:ext cx="1878330" cy="304800"/>
          </a:xfrm>
          <a:custGeom>
            <a:avLst/>
            <a:gdLst/>
            <a:ahLst/>
            <a:cxnLst/>
            <a:rect l="l" t="t" r="r" b="b"/>
            <a:pathLst>
              <a:path w="1878329" h="304800">
                <a:moveTo>
                  <a:pt x="267855" y="300748"/>
                </a:moveTo>
                <a:lnTo>
                  <a:pt x="239306" y="226148"/>
                </a:lnTo>
                <a:lnTo>
                  <a:pt x="222973" y="183464"/>
                </a:lnTo>
                <a:lnTo>
                  <a:pt x="173761" y="54838"/>
                </a:lnTo>
                <a:lnTo>
                  <a:pt x="173761" y="183464"/>
                </a:lnTo>
                <a:lnTo>
                  <a:pt x="93802" y="183464"/>
                </a:lnTo>
                <a:lnTo>
                  <a:pt x="133743" y="73533"/>
                </a:lnTo>
                <a:lnTo>
                  <a:pt x="173761" y="183464"/>
                </a:lnTo>
                <a:lnTo>
                  <a:pt x="173761" y="54838"/>
                </a:lnTo>
                <a:lnTo>
                  <a:pt x="154279" y="3911"/>
                </a:lnTo>
                <a:lnTo>
                  <a:pt x="148018" y="3911"/>
                </a:lnTo>
                <a:lnTo>
                  <a:pt x="119430" y="3911"/>
                </a:lnTo>
                <a:lnTo>
                  <a:pt x="113169" y="3911"/>
                </a:lnTo>
                <a:lnTo>
                  <a:pt x="0" y="300748"/>
                </a:lnTo>
                <a:lnTo>
                  <a:pt x="51193" y="300748"/>
                </a:lnTo>
                <a:lnTo>
                  <a:pt x="78295" y="226148"/>
                </a:lnTo>
                <a:lnTo>
                  <a:pt x="189293" y="226148"/>
                </a:lnTo>
                <a:lnTo>
                  <a:pt x="216458" y="300748"/>
                </a:lnTo>
                <a:lnTo>
                  <a:pt x="267855" y="300748"/>
                </a:lnTo>
                <a:close/>
              </a:path>
              <a:path w="1878329" h="304800">
                <a:moveTo>
                  <a:pt x="503199" y="96723"/>
                </a:moveTo>
                <a:lnTo>
                  <a:pt x="490766" y="48742"/>
                </a:lnTo>
                <a:lnTo>
                  <a:pt x="489280" y="46596"/>
                </a:lnTo>
                <a:lnTo>
                  <a:pt x="483882" y="38760"/>
                </a:lnTo>
                <a:lnTo>
                  <a:pt x="475564" y="29921"/>
                </a:lnTo>
                <a:lnTo>
                  <a:pt x="465810" y="22263"/>
                </a:lnTo>
                <a:lnTo>
                  <a:pt x="454634" y="15760"/>
                </a:lnTo>
                <a:lnTo>
                  <a:pt x="453656" y="15367"/>
                </a:lnTo>
                <a:lnTo>
                  <a:pt x="453656" y="97116"/>
                </a:lnTo>
                <a:lnTo>
                  <a:pt x="453301" y="104228"/>
                </a:lnTo>
                <a:lnTo>
                  <a:pt x="430161" y="140182"/>
                </a:lnTo>
                <a:lnTo>
                  <a:pt x="397268" y="146456"/>
                </a:lnTo>
                <a:lnTo>
                  <a:pt x="335788" y="146456"/>
                </a:lnTo>
                <a:lnTo>
                  <a:pt x="335788" y="46596"/>
                </a:lnTo>
                <a:lnTo>
                  <a:pt x="397268" y="46596"/>
                </a:lnTo>
                <a:lnTo>
                  <a:pt x="435775" y="57543"/>
                </a:lnTo>
                <a:lnTo>
                  <a:pt x="453656" y="97116"/>
                </a:lnTo>
                <a:lnTo>
                  <a:pt x="453656" y="15367"/>
                </a:lnTo>
                <a:lnTo>
                  <a:pt x="442163" y="10579"/>
                </a:lnTo>
                <a:lnTo>
                  <a:pt x="428447" y="6870"/>
                </a:lnTo>
                <a:lnTo>
                  <a:pt x="413473" y="4648"/>
                </a:lnTo>
                <a:lnTo>
                  <a:pt x="397268" y="3911"/>
                </a:lnTo>
                <a:lnTo>
                  <a:pt x="286245" y="3911"/>
                </a:lnTo>
                <a:lnTo>
                  <a:pt x="286245" y="300748"/>
                </a:lnTo>
                <a:lnTo>
                  <a:pt x="335788" y="300748"/>
                </a:lnTo>
                <a:lnTo>
                  <a:pt x="335788" y="188937"/>
                </a:lnTo>
                <a:lnTo>
                  <a:pt x="397268" y="188937"/>
                </a:lnTo>
                <a:lnTo>
                  <a:pt x="442074" y="182943"/>
                </a:lnTo>
                <a:lnTo>
                  <a:pt x="483831" y="156451"/>
                </a:lnTo>
                <a:lnTo>
                  <a:pt x="490855" y="146456"/>
                </a:lnTo>
                <a:lnTo>
                  <a:pt x="496201" y="135712"/>
                </a:lnTo>
                <a:lnTo>
                  <a:pt x="500087" y="123736"/>
                </a:lnTo>
                <a:lnTo>
                  <a:pt x="502412" y="110744"/>
                </a:lnTo>
                <a:lnTo>
                  <a:pt x="503199" y="96723"/>
                </a:lnTo>
                <a:close/>
              </a:path>
              <a:path w="1878329" h="304800">
                <a:moveTo>
                  <a:pt x="759383" y="96723"/>
                </a:moveTo>
                <a:lnTo>
                  <a:pt x="746950" y="48742"/>
                </a:lnTo>
                <a:lnTo>
                  <a:pt x="710831" y="15760"/>
                </a:lnTo>
                <a:lnTo>
                  <a:pt x="709853" y="15367"/>
                </a:lnTo>
                <a:lnTo>
                  <a:pt x="709853" y="97116"/>
                </a:lnTo>
                <a:lnTo>
                  <a:pt x="709498" y="104228"/>
                </a:lnTo>
                <a:lnTo>
                  <a:pt x="686358" y="140182"/>
                </a:lnTo>
                <a:lnTo>
                  <a:pt x="653465" y="146456"/>
                </a:lnTo>
                <a:lnTo>
                  <a:pt x="591985" y="146456"/>
                </a:lnTo>
                <a:lnTo>
                  <a:pt x="591985" y="46596"/>
                </a:lnTo>
                <a:lnTo>
                  <a:pt x="653465" y="46596"/>
                </a:lnTo>
                <a:lnTo>
                  <a:pt x="691972" y="57543"/>
                </a:lnTo>
                <a:lnTo>
                  <a:pt x="709853" y="97116"/>
                </a:lnTo>
                <a:lnTo>
                  <a:pt x="709853" y="15367"/>
                </a:lnTo>
                <a:lnTo>
                  <a:pt x="698360" y="10579"/>
                </a:lnTo>
                <a:lnTo>
                  <a:pt x="684644" y="6870"/>
                </a:lnTo>
                <a:lnTo>
                  <a:pt x="669671" y="4648"/>
                </a:lnTo>
                <a:lnTo>
                  <a:pt x="653465" y="3911"/>
                </a:lnTo>
                <a:lnTo>
                  <a:pt x="542442" y="3911"/>
                </a:lnTo>
                <a:lnTo>
                  <a:pt x="542442" y="300748"/>
                </a:lnTo>
                <a:lnTo>
                  <a:pt x="591985" y="300748"/>
                </a:lnTo>
                <a:lnTo>
                  <a:pt x="591985" y="188937"/>
                </a:lnTo>
                <a:lnTo>
                  <a:pt x="653465" y="188937"/>
                </a:lnTo>
                <a:lnTo>
                  <a:pt x="698271" y="182943"/>
                </a:lnTo>
                <a:lnTo>
                  <a:pt x="740029" y="156451"/>
                </a:lnTo>
                <a:lnTo>
                  <a:pt x="758609" y="110744"/>
                </a:lnTo>
                <a:lnTo>
                  <a:pt x="759383" y="96723"/>
                </a:lnTo>
                <a:close/>
              </a:path>
              <a:path w="1878329" h="304800">
                <a:moveTo>
                  <a:pt x="1017346" y="291058"/>
                </a:moveTo>
                <a:lnTo>
                  <a:pt x="958799" y="185216"/>
                </a:lnTo>
                <a:lnTo>
                  <a:pt x="952754" y="174307"/>
                </a:lnTo>
                <a:lnTo>
                  <a:pt x="954570" y="173545"/>
                </a:lnTo>
                <a:lnTo>
                  <a:pt x="985748" y="149733"/>
                </a:lnTo>
                <a:lnTo>
                  <a:pt x="1002487" y="115417"/>
                </a:lnTo>
                <a:lnTo>
                  <a:pt x="1004163" y="104089"/>
                </a:lnTo>
                <a:lnTo>
                  <a:pt x="1004620" y="95351"/>
                </a:lnTo>
                <a:lnTo>
                  <a:pt x="997521" y="56159"/>
                </a:lnTo>
                <a:lnTo>
                  <a:pt x="966978" y="20205"/>
                </a:lnTo>
                <a:lnTo>
                  <a:pt x="955281" y="14185"/>
                </a:lnTo>
                <a:lnTo>
                  <a:pt x="955281" y="95351"/>
                </a:lnTo>
                <a:lnTo>
                  <a:pt x="955281" y="104089"/>
                </a:lnTo>
                <a:lnTo>
                  <a:pt x="930998" y="136372"/>
                </a:lnTo>
                <a:lnTo>
                  <a:pt x="900061" y="142735"/>
                </a:lnTo>
                <a:lnTo>
                  <a:pt x="848169" y="142735"/>
                </a:lnTo>
                <a:lnTo>
                  <a:pt x="848169" y="46596"/>
                </a:lnTo>
                <a:lnTo>
                  <a:pt x="898893" y="46596"/>
                </a:lnTo>
                <a:lnTo>
                  <a:pt x="939812" y="56642"/>
                </a:lnTo>
                <a:lnTo>
                  <a:pt x="955281" y="95351"/>
                </a:lnTo>
                <a:lnTo>
                  <a:pt x="955281" y="14185"/>
                </a:lnTo>
                <a:lnTo>
                  <a:pt x="943457" y="9804"/>
                </a:lnTo>
                <a:lnTo>
                  <a:pt x="929830" y="6527"/>
                </a:lnTo>
                <a:lnTo>
                  <a:pt x="914971" y="4559"/>
                </a:lnTo>
                <a:lnTo>
                  <a:pt x="898893" y="3911"/>
                </a:lnTo>
                <a:lnTo>
                  <a:pt x="798639" y="3911"/>
                </a:lnTo>
                <a:lnTo>
                  <a:pt x="798639" y="300748"/>
                </a:lnTo>
                <a:lnTo>
                  <a:pt x="848169" y="300748"/>
                </a:lnTo>
                <a:lnTo>
                  <a:pt x="848169" y="185216"/>
                </a:lnTo>
                <a:lnTo>
                  <a:pt x="905675" y="185216"/>
                </a:lnTo>
                <a:lnTo>
                  <a:pt x="967613" y="300748"/>
                </a:lnTo>
                <a:lnTo>
                  <a:pt x="1017346" y="300748"/>
                </a:lnTo>
                <a:lnTo>
                  <a:pt x="1017346" y="291058"/>
                </a:lnTo>
                <a:close/>
              </a:path>
              <a:path w="1878329" h="304800">
                <a:moveTo>
                  <a:pt x="1274940" y="161340"/>
                </a:moveTo>
                <a:lnTo>
                  <a:pt x="1272794" y="111925"/>
                </a:lnTo>
                <a:lnTo>
                  <a:pt x="1261706" y="71196"/>
                </a:lnTo>
                <a:lnTo>
                  <a:pt x="1245908" y="43853"/>
                </a:lnTo>
                <a:lnTo>
                  <a:pt x="1242047" y="38760"/>
                </a:lnTo>
                <a:lnTo>
                  <a:pt x="1233665" y="29883"/>
                </a:lnTo>
                <a:lnTo>
                  <a:pt x="1225791" y="23202"/>
                </a:lnTo>
                <a:lnTo>
                  <a:pt x="1225791" y="142925"/>
                </a:lnTo>
                <a:lnTo>
                  <a:pt x="1225791" y="161340"/>
                </a:lnTo>
                <a:lnTo>
                  <a:pt x="1220889" y="205003"/>
                </a:lnTo>
                <a:lnTo>
                  <a:pt x="1202194" y="241922"/>
                </a:lnTo>
                <a:lnTo>
                  <a:pt x="1162977" y="260604"/>
                </a:lnTo>
                <a:lnTo>
                  <a:pt x="1154709" y="260997"/>
                </a:lnTo>
                <a:lnTo>
                  <a:pt x="1146784" y="260604"/>
                </a:lnTo>
                <a:lnTo>
                  <a:pt x="1107986" y="241922"/>
                </a:lnTo>
                <a:lnTo>
                  <a:pt x="1088237" y="205003"/>
                </a:lnTo>
                <a:lnTo>
                  <a:pt x="1083056" y="161340"/>
                </a:lnTo>
                <a:lnTo>
                  <a:pt x="1083056" y="142925"/>
                </a:lnTo>
                <a:lnTo>
                  <a:pt x="1088237" y="99656"/>
                </a:lnTo>
                <a:lnTo>
                  <a:pt x="1107706" y="62928"/>
                </a:lnTo>
                <a:lnTo>
                  <a:pt x="1146403" y="44246"/>
                </a:lnTo>
                <a:lnTo>
                  <a:pt x="1154328" y="43853"/>
                </a:lnTo>
                <a:lnTo>
                  <a:pt x="1162507" y="44246"/>
                </a:lnTo>
                <a:lnTo>
                  <a:pt x="1201851" y="62928"/>
                </a:lnTo>
                <a:lnTo>
                  <a:pt x="1220800" y="99656"/>
                </a:lnTo>
                <a:lnTo>
                  <a:pt x="1225791" y="142925"/>
                </a:lnTo>
                <a:lnTo>
                  <a:pt x="1225791" y="23202"/>
                </a:lnTo>
                <a:lnTo>
                  <a:pt x="1180363" y="2489"/>
                </a:lnTo>
                <a:lnTo>
                  <a:pt x="1154328" y="0"/>
                </a:lnTo>
                <a:lnTo>
                  <a:pt x="1141323" y="622"/>
                </a:lnTo>
                <a:lnTo>
                  <a:pt x="1094841" y="15481"/>
                </a:lnTo>
                <a:lnTo>
                  <a:pt x="1059726" y="48628"/>
                </a:lnTo>
                <a:lnTo>
                  <a:pt x="1042517" y="83896"/>
                </a:lnTo>
                <a:lnTo>
                  <a:pt x="1034440" y="127203"/>
                </a:lnTo>
                <a:lnTo>
                  <a:pt x="1033907" y="161340"/>
                </a:lnTo>
                <a:lnTo>
                  <a:pt x="1034453" y="177431"/>
                </a:lnTo>
                <a:lnTo>
                  <a:pt x="1042619" y="220853"/>
                </a:lnTo>
                <a:lnTo>
                  <a:pt x="1059967" y="256209"/>
                </a:lnTo>
                <a:lnTo>
                  <a:pt x="1095222" y="289242"/>
                </a:lnTo>
                <a:lnTo>
                  <a:pt x="1141717" y="304038"/>
                </a:lnTo>
                <a:lnTo>
                  <a:pt x="1154709" y="304660"/>
                </a:lnTo>
                <a:lnTo>
                  <a:pt x="1168057" y="304038"/>
                </a:lnTo>
                <a:lnTo>
                  <a:pt x="1214970" y="289242"/>
                </a:lnTo>
                <a:lnTo>
                  <a:pt x="1246200" y="260997"/>
                </a:lnTo>
                <a:lnTo>
                  <a:pt x="1249832" y="256209"/>
                </a:lnTo>
                <a:lnTo>
                  <a:pt x="1266609" y="220853"/>
                </a:lnTo>
                <a:lnTo>
                  <a:pt x="1274419" y="177431"/>
                </a:lnTo>
                <a:lnTo>
                  <a:pt x="1274940" y="161340"/>
                </a:lnTo>
                <a:close/>
              </a:path>
              <a:path w="1878329" h="304800">
                <a:moveTo>
                  <a:pt x="1555877" y="300748"/>
                </a:moveTo>
                <a:lnTo>
                  <a:pt x="1527340" y="226148"/>
                </a:lnTo>
                <a:lnTo>
                  <a:pt x="1511007" y="183464"/>
                </a:lnTo>
                <a:lnTo>
                  <a:pt x="1461782" y="54800"/>
                </a:lnTo>
                <a:lnTo>
                  <a:pt x="1461782" y="183464"/>
                </a:lnTo>
                <a:lnTo>
                  <a:pt x="1381836" y="183464"/>
                </a:lnTo>
                <a:lnTo>
                  <a:pt x="1421765" y="73533"/>
                </a:lnTo>
                <a:lnTo>
                  <a:pt x="1461782" y="183464"/>
                </a:lnTo>
                <a:lnTo>
                  <a:pt x="1461782" y="54800"/>
                </a:lnTo>
                <a:lnTo>
                  <a:pt x="1442313" y="3911"/>
                </a:lnTo>
                <a:lnTo>
                  <a:pt x="1436052" y="3911"/>
                </a:lnTo>
                <a:lnTo>
                  <a:pt x="1407464" y="3911"/>
                </a:lnTo>
                <a:lnTo>
                  <a:pt x="1401191" y="3911"/>
                </a:lnTo>
                <a:lnTo>
                  <a:pt x="1288021" y="300748"/>
                </a:lnTo>
                <a:lnTo>
                  <a:pt x="1339227" y="300748"/>
                </a:lnTo>
                <a:lnTo>
                  <a:pt x="1366329" y="226148"/>
                </a:lnTo>
                <a:lnTo>
                  <a:pt x="1477314" y="226148"/>
                </a:lnTo>
                <a:lnTo>
                  <a:pt x="1504480" y="300748"/>
                </a:lnTo>
                <a:lnTo>
                  <a:pt x="1555877" y="300748"/>
                </a:lnTo>
                <a:close/>
              </a:path>
              <a:path w="1878329" h="304800">
                <a:moveTo>
                  <a:pt x="1794281" y="107099"/>
                </a:moveTo>
                <a:lnTo>
                  <a:pt x="1783270" y="60642"/>
                </a:lnTo>
                <a:lnTo>
                  <a:pt x="1761477" y="28219"/>
                </a:lnTo>
                <a:lnTo>
                  <a:pt x="1727962" y="7264"/>
                </a:lnTo>
                <a:lnTo>
                  <a:pt x="1682965" y="0"/>
                </a:lnTo>
                <a:lnTo>
                  <a:pt x="1669453" y="622"/>
                </a:lnTo>
                <a:lnTo>
                  <a:pt x="1622183" y="15455"/>
                </a:lnTo>
                <a:lnTo>
                  <a:pt x="1587436" y="47866"/>
                </a:lnTo>
                <a:lnTo>
                  <a:pt x="1567180" y="94957"/>
                </a:lnTo>
                <a:lnTo>
                  <a:pt x="1562544" y="138226"/>
                </a:lnTo>
                <a:lnTo>
                  <a:pt x="1562544" y="166624"/>
                </a:lnTo>
                <a:lnTo>
                  <a:pt x="1567180" y="209892"/>
                </a:lnTo>
                <a:lnTo>
                  <a:pt x="1580883" y="246507"/>
                </a:lnTo>
                <a:lnTo>
                  <a:pt x="1611566" y="282727"/>
                </a:lnTo>
                <a:lnTo>
                  <a:pt x="1654479" y="302183"/>
                </a:lnTo>
                <a:lnTo>
                  <a:pt x="1679638" y="304660"/>
                </a:lnTo>
                <a:lnTo>
                  <a:pt x="1696783" y="303847"/>
                </a:lnTo>
                <a:lnTo>
                  <a:pt x="1739646" y="291541"/>
                </a:lnTo>
                <a:lnTo>
                  <a:pt x="1769846" y="266433"/>
                </a:lnTo>
                <a:lnTo>
                  <a:pt x="1788083" y="230060"/>
                </a:lnTo>
                <a:lnTo>
                  <a:pt x="1794281" y="198335"/>
                </a:lnTo>
                <a:lnTo>
                  <a:pt x="1745132" y="198335"/>
                </a:lnTo>
                <a:lnTo>
                  <a:pt x="1743036" y="209651"/>
                </a:lnTo>
                <a:lnTo>
                  <a:pt x="1740585" y="219608"/>
                </a:lnTo>
                <a:lnTo>
                  <a:pt x="1715084" y="255320"/>
                </a:lnTo>
                <a:lnTo>
                  <a:pt x="1679638" y="262178"/>
                </a:lnTo>
                <a:lnTo>
                  <a:pt x="1671218" y="261721"/>
                </a:lnTo>
                <a:lnTo>
                  <a:pt x="1633067" y="241020"/>
                </a:lnTo>
                <a:lnTo>
                  <a:pt x="1616100" y="204508"/>
                </a:lnTo>
                <a:lnTo>
                  <a:pt x="1611896" y="166624"/>
                </a:lnTo>
                <a:lnTo>
                  <a:pt x="1611896" y="137833"/>
                </a:lnTo>
                <a:lnTo>
                  <a:pt x="1616494" y="98183"/>
                </a:lnTo>
                <a:lnTo>
                  <a:pt x="1634858" y="62420"/>
                </a:lnTo>
                <a:lnTo>
                  <a:pt x="1674431" y="43091"/>
                </a:lnTo>
                <a:lnTo>
                  <a:pt x="1682965" y="42684"/>
                </a:lnTo>
                <a:lnTo>
                  <a:pt x="1692732" y="43116"/>
                </a:lnTo>
                <a:lnTo>
                  <a:pt x="1731124" y="63677"/>
                </a:lnTo>
                <a:lnTo>
                  <a:pt x="1745030" y="107099"/>
                </a:lnTo>
                <a:lnTo>
                  <a:pt x="1794281" y="107099"/>
                </a:lnTo>
                <a:close/>
              </a:path>
              <a:path w="1878329" h="304800">
                <a:moveTo>
                  <a:pt x="1877872" y="3302"/>
                </a:moveTo>
                <a:lnTo>
                  <a:pt x="1828342" y="3302"/>
                </a:lnTo>
                <a:lnTo>
                  <a:pt x="1828342" y="126492"/>
                </a:lnTo>
                <a:lnTo>
                  <a:pt x="1828342" y="168402"/>
                </a:lnTo>
                <a:lnTo>
                  <a:pt x="1828342" y="300482"/>
                </a:lnTo>
                <a:lnTo>
                  <a:pt x="1877872" y="300482"/>
                </a:lnTo>
                <a:lnTo>
                  <a:pt x="1877872" y="168402"/>
                </a:lnTo>
                <a:lnTo>
                  <a:pt x="1860257" y="168402"/>
                </a:lnTo>
                <a:lnTo>
                  <a:pt x="1860257" y="126492"/>
                </a:lnTo>
                <a:lnTo>
                  <a:pt x="1877872" y="126492"/>
                </a:lnTo>
                <a:lnTo>
                  <a:pt x="1877872" y="3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31989" y="309232"/>
            <a:ext cx="49530" cy="297180"/>
          </a:xfrm>
          <a:custGeom>
            <a:avLst/>
            <a:gdLst/>
            <a:ahLst/>
            <a:cxnLst/>
            <a:rect l="l" t="t" r="r" b="b"/>
            <a:pathLst>
              <a:path w="49529" h="297180">
                <a:moveTo>
                  <a:pt x="49339" y="0"/>
                </a:moveTo>
                <a:lnTo>
                  <a:pt x="0" y="0"/>
                </a:lnTo>
                <a:lnTo>
                  <a:pt x="0" y="123190"/>
                </a:lnTo>
                <a:lnTo>
                  <a:pt x="0" y="165100"/>
                </a:lnTo>
                <a:lnTo>
                  <a:pt x="0" y="297180"/>
                </a:lnTo>
                <a:lnTo>
                  <a:pt x="49339" y="297180"/>
                </a:lnTo>
                <a:lnTo>
                  <a:pt x="49339" y="165100"/>
                </a:lnTo>
                <a:lnTo>
                  <a:pt x="16446" y="165100"/>
                </a:lnTo>
                <a:lnTo>
                  <a:pt x="16446" y="123190"/>
                </a:lnTo>
                <a:lnTo>
                  <a:pt x="49339" y="123190"/>
                </a:lnTo>
                <a:lnTo>
                  <a:pt x="493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82396" y="432409"/>
            <a:ext cx="199390" cy="42545"/>
          </a:xfrm>
          <a:custGeom>
            <a:avLst/>
            <a:gdLst/>
            <a:ahLst/>
            <a:cxnLst/>
            <a:rect l="l" t="t" r="r" b="b"/>
            <a:pathLst>
              <a:path w="199390" h="42545">
                <a:moveTo>
                  <a:pt x="149593" y="0"/>
                </a:moveTo>
                <a:lnTo>
                  <a:pt x="17614" y="0"/>
                </a:lnTo>
                <a:lnTo>
                  <a:pt x="0" y="0"/>
                </a:lnTo>
                <a:lnTo>
                  <a:pt x="0" y="42494"/>
                </a:lnTo>
                <a:lnTo>
                  <a:pt x="17614" y="42494"/>
                </a:lnTo>
                <a:lnTo>
                  <a:pt x="149593" y="42494"/>
                </a:lnTo>
                <a:lnTo>
                  <a:pt x="149593" y="0"/>
                </a:lnTo>
                <a:close/>
              </a:path>
              <a:path w="199390" h="42545">
                <a:moveTo>
                  <a:pt x="198932" y="0"/>
                </a:moveTo>
                <a:lnTo>
                  <a:pt x="166039" y="0"/>
                </a:lnTo>
                <a:lnTo>
                  <a:pt x="166039" y="42494"/>
                </a:lnTo>
                <a:lnTo>
                  <a:pt x="198932" y="42494"/>
                </a:lnTo>
                <a:lnTo>
                  <a:pt x="198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6757" y="5681860"/>
            <a:ext cx="64114" cy="1015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142C0F-E190-6742-55B6-8733587E4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6" t="9059" r="27" b="1400"/>
          <a:stretch>
            <a:fillRect/>
          </a:stretch>
        </p:blipFill>
        <p:spPr>
          <a:xfrm>
            <a:off x="2929212" y="739906"/>
            <a:ext cx="7727590" cy="48262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1EC17CB-142A-5571-784D-F264965B4EBA}"/>
              </a:ext>
            </a:extLst>
          </p:cNvPr>
          <p:cNvSpPr txBox="1"/>
          <p:nvPr/>
        </p:nvSpPr>
        <p:spPr>
          <a:xfrm>
            <a:off x="314675" y="910131"/>
            <a:ext cx="225714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🐍    Python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👁️ YOLO + OpenCV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🗺️ GIS + GPS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 ⚡    </a:t>
            </a:r>
            <a:r>
              <a:rPr lang="en-IN" sz="1200" dirty="0" err="1"/>
              <a:t>FastAPI</a:t>
            </a:r>
            <a:r>
              <a:rPr lang="en-IN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🗄️ PostgreSQL/</a:t>
            </a:r>
            <a:r>
              <a:rPr lang="en-IN" sz="1200" dirty="0" err="1"/>
              <a:t>PostGIS</a:t>
            </a:r>
            <a:r>
              <a:rPr lang="en-IN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 ⚛️ React</a:t>
            </a:r>
          </a:p>
          <a:p>
            <a:r>
              <a:rPr lang="en-IN" sz="1200" b="1" dirty="0"/>
              <a:t>Backend &amp;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err="1"/>
              <a:t>FastAPI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PostgreSQL + </a:t>
            </a:r>
            <a:r>
              <a:rPr lang="en-IN" sz="1200" dirty="0" err="1"/>
              <a:t>PostGIS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Cloud Storage / APIs</a:t>
            </a:r>
          </a:p>
          <a:p>
            <a:r>
              <a:rPr lang="en-IN" sz="1200" b="1" dirty="0"/>
              <a:t>Frontend &amp; GIS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Leaflet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OpenStreetMap</a:t>
            </a:r>
          </a:p>
          <a:p>
            <a:r>
              <a:rPr lang="en-IN" sz="1200" b="1" dirty="0"/>
              <a:t>Hardware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Front &amp; Rear Bus Cameras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GPS-enabled Public Transport Fleet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75DBF-BA52-4167-3012-637252934D78}"/>
              </a:ext>
            </a:extLst>
          </p:cNvPr>
          <p:cNvSpPr txBox="1"/>
          <p:nvPr/>
        </p:nvSpPr>
        <p:spPr>
          <a:xfrm>
            <a:off x="-42721" y="5161761"/>
            <a:ext cx="53428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Video</a:t>
            </a:r>
            <a:r>
              <a:rPr lang="en-IN" sz="1200" dirty="0"/>
              <a:t>: </a:t>
            </a:r>
            <a:r>
              <a:rPr lang="en-IN" sz="1200" dirty="0">
                <a:hlinkClick r:id="rId4"/>
              </a:rPr>
              <a:t>https://youtu.be/9C7lmP3Qf9I?si=SPqSJHQYKWbxLiHh</a:t>
            </a:r>
            <a:endParaRPr lang="en-IN" sz="1200" dirty="0"/>
          </a:p>
          <a:p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06E5BA-05F6-E0D9-3E50-214FE2C1C7ED}"/>
              </a:ext>
            </a:extLst>
          </p:cNvPr>
          <p:cNvSpPr txBox="1"/>
          <p:nvPr/>
        </p:nvSpPr>
        <p:spPr>
          <a:xfrm>
            <a:off x="0" y="4742896"/>
            <a:ext cx="49657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Prototype  :  </a:t>
            </a:r>
            <a:r>
              <a:rPr lang="en-IN" sz="1100" dirty="0">
                <a:hlinkClick r:id="rId5"/>
              </a:rPr>
              <a:t>https://omnix-roads.preview.emergentagent.com/?utm_source=share</a:t>
            </a:r>
            <a:endParaRPr lang="en-IN" sz="1100" dirty="0"/>
          </a:p>
          <a:p>
            <a:endParaRPr lang="en-I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9090" y="305930"/>
            <a:ext cx="988060" cy="304800"/>
          </a:xfrm>
          <a:custGeom>
            <a:avLst/>
            <a:gdLst/>
            <a:ahLst/>
            <a:cxnLst/>
            <a:rect l="l" t="t" r="r" b="b"/>
            <a:pathLst>
              <a:path w="988060" h="304800">
                <a:moveTo>
                  <a:pt x="188353" y="3911"/>
                </a:moveTo>
                <a:lnTo>
                  <a:pt x="49530" y="3911"/>
                </a:lnTo>
                <a:lnTo>
                  <a:pt x="29565" y="3911"/>
                </a:lnTo>
                <a:lnTo>
                  <a:pt x="29565" y="3302"/>
                </a:lnTo>
                <a:lnTo>
                  <a:pt x="0" y="3302"/>
                </a:lnTo>
                <a:lnTo>
                  <a:pt x="0" y="46482"/>
                </a:lnTo>
                <a:lnTo>
                  <a:pt x="0" y="131572"/>
                </a:lnTo>
                <a:lnTo>
                  <a:pt x="0" y="174752"/>
                </a:lnTo>
                <a:lnTo>
                  <a:pt x="0" y="300482"/>
                </a:lnTo>
                <a:lnTo>
                  <a:pt x="49530" y="300482"/>
                </a:lnTo>
                <a:lnTo>
                  <a:pt x="49530" y="174840"/>
                </a:lnTo>
                <a:lnTo>
                  <a:pt x="168973" y="174840"/>
                </a:lnTo>
                <a:lnTo>
                  <a:pt x="168973" y="132156"/>
                </a:lnTo>
                <a:lnTo>
                  <a:pt x="49530" y="132156"/>
                </a:lnTo>
                <a:lnTo>
                  <a:pt x="29565" y="132156"/>
                </a:lnTo>
                <a:lnTo>
                  <a:pt x="29565" y="131572"/>
                </a:lnTo>
                <a:lnTo>
                  <a:pt x="49530" y="131572"/>
                </a:lnTo>
                <a:lnTo>
                  <a:pt x="49530" y="46596"/>
                </a:lnTo>
                <a:lnTo>
                  <a:pt x="188353" y="46596"/>
                </a:lnTo>
                <a:lnTo>
                  <a:pt x="188353" y="3911"/>
                </a:lnTo>
                <a:close/>
              </a:path>
              <a:path w="988060" h="304800">
                <a:moveTo>
                  <a:pt x="683361" y="300748"/>
                </a:moveTo>
                <a:lnTo>
                  <a:pt x="654812" y="226148"/>
                </a:lnTo>
                <a:lnTo>
                  <a:pt x="638479" y="183464"/>
                </a:lnTo>
                <a:lnTo>
                  <a:pt x="589267" y="54813"/>
                </a:lnTo>
                <a:lnTo>
                  <a:pt x="589267" y="183464"/>
                </a:lnTo>
                <a:lnTo>
                  <a:pt x="509308" y="183464"/>
                </a:lnTo>
                <a:lnTo>
                  <a:pt x="549249" y="73533"/>
                </a:lnTo>
                <a:lnTo>
                  <a:pt x="589267" y="183464"/>
                </a:lnTo>
                <a:lnTo>
                  <a:pt x="589267" y="54813"/>
                </a:lnTo>
                <a:lnTo>
                  <a:pt x="569798" y="3911"/>
                </a:lnTo>
                <a:lnTo>
                  <a:pt x="563524" y="3911"/>
                </a:lnTo>
                <a:lnTo>
                  <a:pt x="534936" y="3911"/>
                </a:lnTo>
                <a:lnTo>
                  <a:pt x="528675" y="3911"/>
                </a:lnTo>
                <a:lnTo>
                  <a:pt x="415645" y="300393"/>
                </a:lnTo>
                <a:lnTo>
                  <a:pt x="415645" y="258254"/>
                </a:lnTo>
                <a:lnTo>
                  <a:pt x="272313" y="258254"/>
                </a:lnTo>
                <a:lnTo>
                  <a:pt x="272313" y="168973"/>
                </a:lnTo>
                <a:lnTo>
                  <a:pt x="395668" y="168973"/>
                </a:lnTo>
                <a:lnTo>
                  <a:pt x="395668" y="126479"/>
                </a:lnTo>
                <a:lnTo>
                  <a:pt x="272313" y="126479"/>
                </a:lnTo>
                <a:lnTo>
                  <a:pt x="272313" y="46596"/>
                </a:lnTo>
                <a:lnTo>
                  <a:pt x="413689" y="46596"/>
                </a:lnTo>
                <a:lnTo>
                  <a:pt x="413689" y="3911"/>
                </a:lnTo>
                <a:lnTo>
                  <a:pt x="272313" y="3911"/>
                </a:lnTo>
                <a:lnTo>
                  <a:pt x="252933" y="3911"/>
                </a:lnTo>
                <a:lnTo>
                  <a:pt x="252933" y="3302"/>
                </a:lnTo>
                <a:lnTo>
                  <a:pt x="222783" y="3302"/>
                </a:lnTo>
                <a:lnTo>
                  <a:pt x="222783" y="46482"/>
                </a:lnTo>
                <a:lnTo>
                  <a:pt x="222783" y="126492"/>
                </a:lnTo>
                <a:lnTo>
                  <a:pt x="222783" y="168402"/>
                </a:lnTo>
                <a:lnTo>
                  <a:pt x="222783" y="258572"/>
                </a:lnTo>
                <a:lnTo>
                  <a:pt x="222783" y="300482"/>
                </a:lnTo>
                <a:lnTo>
                  <a:pt x="252933" y="300482"/>
                </a:lnTo>
                <a:lnTo>
                  <a:pt x="252933" y="300748"/>
                </a:lnTo>
                <a:lnTo>
                  <a:pt x="272313" y="300748"/>
                </a:lnTo>
                <a:lnTo>
                  <a:pt x="415505" y="300748"/>
                </a:lnTo>
                <a:lnTo>
                  <a:pt x="415645" y="300748"/>
                </a:lnTo>
                <a:lnTo>
                  <a:pt x="466699" y="300748"/>
                </a:lnTo>
                <a:lnTo>
                  <a:pt x="493801" y="226148"/>
                </a:lnTo>
                <a:lnTo>
                  <a:pt x="604799" y="226148"/>
                </a:lnTo>
                <a:lnTo>
                  <a:pt x="631964" y="300748"/>
                </a:lnTo>
                <a:lnTo>
                  <a:pt x="683361" y="300748"/>
                </a:lnTo>
                <a:close/>
              </a:path>
              <a:path w="988060" h="304800">
                <a:moveTo>
                  <a:pt x="903427" y="222427"/>
                </a:moveTo>
                <a:lnTo>
                  <a:pt x="893940" y="183324"/>
                </a:lnTo>
                <a:lnTo>
                  <a:pt x="865301" y="154139"/>
                </a:lnTo>
                <a:lnTo>
                  <a:pt x="828662" y="136486"/>
                </a:lnTo>
                <a:lnTo>
                  <a:pt x="789571" y="124180"/>
                </a:lnTo>
                <a:lnTo>
                  <a:pt x="782548" y="121716"/>
                </a:lnTo>
                <a:lnTo>
                  <a:pt x="748347" y="100838"/>
                </a:lnTo>
                <a:lnTo>
                  <a:pt x="743064" y="88036"/>
                </a:lnTo>
                <a:lnTo>
                  <a:pt x="743064" y="75247"/>
                </a:lnTo>
                <a:lnTo>
                  <a:pt x="772007" y="45758"/>
                </a:lnTo>
                <a:lnTo>
                  <a:pt x="796328" y="42684"/>
                </a:lnTo>
                <a:lnTo>
                  <a:pt x="805802" y="43078"/>
                </a:lnTo>
                <a:lnTo>
                  <a:pt x="843800" y="61277"/>
                </a:lnTo>
                <a:lnTo>
                  <a:pt x="853300" y="97891"/>
                </a:lnTo>
                <a:lnTo>
                  <a:pt x="902639" y="97891"/>
                </a:lnTo>
                <a:lnTo>
                  <a:pt x="895540" y="58064"/>
                </a:lnTo>
                <a:lnTo>
                  <a:pt x="864882" y="19989"/>
                </a:lnTo>
                <a:lnTo>
                  <a:pt x="827455" y="3251"/>
                </a:lnTo>
                <a:lnTo>
                  <a:pt x="796328" y="0"/>
                </a:lnTo>
                <a:lnTo>
                  <a:pt x="785126" y="381"/>
                </a:lnTo>
                <a:lnTo>
                  <a:pt x="745578" y="9563"/>
                </a:lnTo>
                <a:lnTo>
                  <a:pt x="709980" y="35852"/>
                </a:lnTo>
                <a:lnTo>
                  <a:pt x="693991" y="74574"/>
                </a:lnTo>
                <a:lnTo>
                  <a:pt x="693534" y="83400"/>
                </a:lnTo>
                <a:lnTo>
                  <a:pt x="693966" y="92163"/>
                </a:lnTo>
                <a:lnTo>
                  <a:pt x="709091" y="128752"/>
                </a:lnTo>
                <a:lnTo>
                  <a:pt x="742518" y="154711"/>
                </a:lnTo>
                <a:lnTo>
                  <a:pt x="779627" y="169951"/>
                </a:lnTo>
                <a:lnTo>
                  <a:pt x="799642" y="176149"/>
                </a:lnTo>
                <a:lnTo>
                  <a:pt x="808215" y="178981"/>
                </a:lnTo>
                <a:lnTo>
                  <a:pt x="846378" y="199059"/>
                </a:lnTo>
                <a:lnTo>
                  <a:pt x="853694" y="216877"/>
                </a:lnTo>
                <a:lnTo>
                  <a:pt x="853694" y="222821"/>
                </a:lnTo>
                <a:lnTo>
                  <a:pt x="853694" y="230847"/>
                </a:lnTo>
                <a:lnTo>
                  <a:pt x="822464" y="259422"/>
                </a:lnTo>
                <a:lnTo>
                  <a:pt x="798080" y="262178"/>
                </a:lnTo>
                <a:lnTo>
                  <a:pt x="789470" y="262178"/>
                </a:lnTo>
                <a:lnTo>
                  <a:pt x="746785" y="245922"/>
                </a:lnTo>
                <a:lnTo>
                  <a:pt x="733869" y="206375"/>
                </a:lnTo>
                <a:lnTo>
                  <a:pt x="684517" y="206375"/>
                </a:lnTo>
                <a:lnTo>
                  <a:pt x="694512" y="252577"/>
                </a:lnTo>
                <a:lnTo>
                  <a:pt x="721042" y="281559"/>
                </a:lnTo>
                <a:lnTo>
                  <a:pt x="757555" y="298983"/>
                </a:lnTo>
                <a:lnTo>
                  <a:pt x="798080" y="304660"/>
                </a:lnTo>
                <a:lnTo>
                  <a:pt x="809523" y="304304"/>
                </a:lnTo>
                <a:lnTo>
                  <a:pt x="849985" y="295833"/>
                </a:lnTo>
                <a:lnTo>
                  <a:pt x="886447" y="270738"/>
                </a:lnTo>
                <a:lnTo>
                  <a:pt x="902944" y="231609"/>
                </a:lnTo>
                <a:lnTo>
                  <a:pt x="903427" y="222427"/>
                </a:lnTo>
                <a:close/>
              </a:path>
              <a:path w="988060" h="304800">
                <a:moveTo>
                  <a:pt x="987945" y="3911"/>
                </a:moveTo>
                <a:lnTo>
                  <a:pt x="938415" y="3911"/>
                </a:lnTo>
                <a:lnTo>
                  <a:pt x="938415" y="300748"/>
                </a:lnTo>
                <a:lnTo>
                  <a:pt x="987945" y="300748"/>
                </a:lnTo>
                <a:lnTo>
                  <a:pt x="987945" y="3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6154" y="309841"/>
            <a:ext cx="297815" cy="297180"/>
          </a:xfrm>
          <a:custGeom>
            <a:avLst/>
            <a:gdLst/>
            <a:ahLst/>
            <a:cxnLst/>
            <a:rect l="l" t="t" r="r" b="b"/>
            <a:pathLst>
              <a:path w="297814" h="297180">
                <a:moveTo>
                  <a:pt x="205778" y="208724"/>
                </a:moveTo>
                <a:lnTo>
                  <a:pt x="193027" y="164490"/>
                </a:lnTo>
                <a:lnTo>
                  <a:pt x="164706" y="139788"/>
                </a:lnTo>
                <a:lnTo>
                  <a:pt x="169443" y="136740"/>
                </a:lnTo>
                <a:lnTo>
                  <a:pt x="176631" y="130797"/>
                </a:lnTo>
                <a:lnTo>
                  <a:pt x="182905" y="124117"/>
                </a:lnTo>
                <a:lnTo>
                  <a:pt x="188264" y="116700"/>
                </a:lnTo>
                <a:lnTo>
                  <a:pt x="188366" y="116497"/>
                </a:lnTo>
                <a:lnTo>
                  <a:pt x="192595" y="108673"/>
                </a:lnTo>
                <a:lnTo>
                  <a:pt x="195681" y="100203"/>
                </a:lnTo>
                <a:lnTo>
                  <a:pt x="197535" y="91249"/>
                </a:lnTo>
                <a:lnTo>
                  <a:pt x="197624" y="89801"/>
                </a:lnTo>
                <a:lnTo>
                  <a:pt x="198145" y="81838"/>
                </a:lnTo>
                <a:lnTo>
                  <a:pt x="191223" y="44996"/>
                </a:lnTo>
                <a:lnTo>
                  <a:pt x="190055" y="42684"/>
                </a:lnTo>
                <a:lnTo>
                  <a:pt x="157022" y="10693"/>
                </a:lnTo>
                <a:lnTo>
                  <a:pt x="156438" y="10464"/>
                </a:lnTo>
                <a:lnTo>
                  <a:pt x="156438" y="218516"/>
                </a:lnTo>
                <a:lnTo>
                  <a:pt x="154482" y="226542"/>
                </a:lnTo>
                <a:lnTo>
                  <a:pt x="150571" y="233197"/>
                </a:lnTo>
                <a:lnTo>
                  <a:pt x="146723" y="239852"/>
                </a:lnTo>
                <a:lnTo>
                  <a:pt x="141033" y="245046"/>
                </a:lnTo>
                <a:lnTo>
                  <a:pt x="105727" y="254342"/>
                </a:lnTo>
                <a:lnTo>
                  <a:pt x="49530" y="254342"/>
                </a:lnTo>
                <a:lnTo>
                  <a:pt x="49530" y="163487"/>
                </a:lnTo>
                <a:lnTo>
                  <a:pt x="107492" y="163487"/>
                </a:lnTo>
                <a:lnTo>
                  <a:pt x="148183" y="177825"/>
                </a:lnTo>
                <a:lnTo>
                  <a:pt x="151447" y="184543"/>
                </a:lnTo>
                <a:lnTo>
                  <a:pt x="154774" y="191262"/>
                </a:lnTo>
                <a:lnTo>
                  <a:pt x="156362" y="199034"/>
                </a:lnTo>
                <a:lnTo>
                  <a:pt x="156438" y="218516"/>
                </a:lnTo>
                <a:lnTo>
                  <a:pt x="156438" y="10464"/>
                </a:lnTo>
                <a:lnTo>
                  <a:pt x="148882" y="7353"/>
                </a:lnTo>
                <a:lnTo>
                  <a:pt x="148615" y="7277"/>
                </a:lnTo>
                <a:lnTo>
                  <a:pt x="148615" y="89801"/>
                </a:lnTo>
                <a:lnTo>
                  <a:pt x="146646" y="96926"/>
                </a:lnTo>
                <a:lnTo>
                  <a:pt x="142735" y="102793"/>
                </a:lnTo>
                <a:lnTo>
                  <a:pt x="138887" y="108673"/>
                </a:lnTo>
                <a:lnTo>
                  <a:pt x="133375" y="113233"/>
                </a:lnTo>
                <a:lnTo>
                  <a:pt x="100444" y="121399"/>
                </a:lnTo>
                <a:lnTo>
                  <a:pt x="49530" y="121399"/>
                </a:lnTo>
                <a:lnTo>
                  <a:pt x="49530" y="42684"/>
                </a:lnTo>
                <a:lnTo>
                  <a:pt x="99263" y="42684"/>
                </a:lnTo>
                <a:lnTo>
                  <a:pt x="140195" y="53581"/>
                </a:lnTo>
                <a:lnTo>
                  <a:pt x="143522" y="59131"/>
                </a:lnTo>
                <a:lnTo>
                  <a:pt x="146913" y="64681"/>
                </a:lnTo>
                <a:lnTo>
                  <a:pt x="148488" y="71577"/>
                </a:lnTo>
                <a:lnTo>
                  <a:pt x="148615" y="89801"/>
                </a:lnTo>
                <a:lnTo>
                  <a:pt x="148615" y="7277"/>
                </a:lnTo>
                <a:lnTo>
                  <a:pt x="110337" y="292"/>
                </a:lnTo>
                <a:lnTo>
                  <a:pt x="99263" y="0"/>
                </a:lnTo>
                <a:lnTo>
                  <a:pt x="0" y="0"/>
                </a:lnTo>
                <a:lnTo>
                  <a:pt x="0" y="296837"/>
                </a:lnTo>
                <a:lnTo>
                  <a:pt x="9105" y="296837"/>
                </a:lnTo>
                <a:lnTo>
                  <a:pt x="49530" y="296837"/>
                </a:lnTo>
                <a:lnTo>
                  <a:pt x="105727" y="296837"/>
                </a:lnTo>
                <a:lnTo>
                  <a:pt x="120205" y="296202"/>
                </a:lnTo>
                <a:lnTo>
                  <a:pt x="158102" y="286753"/>
                </a:lnTo>
                <a:lnTo>
                  <a:pt x="193154" y="256794"/>
                </a:lnTo>
                <a:lnTo>
                  <a:pt x="204990" y="222338"/>
                </a:lnTo>
                <a:lnTo>
                  <a:pt x="205778" y="208724"/>
                </a:lnTo>
                <a:close/>
              </a:path>
              <a:path w="297814" h="297180">
                <a:moveTo>
                  <a:pt x="297332" y="0"/>
                </a:moveTo>
                <a:lnTo>
                  <a:pt x="247789" y="0"/>
                </a:lnTo>
                <a:lnTo>
                  <a:pt x="247789" y="296837"/>
                </a:lnTo>
                <a:lnTo>
                  <a:pt x="297332" y="296837"/>
                </a:lnTo>
                <a:lnTo>
                  <a:pt x="2973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2592" y="309232"/>
            <a:ext cx="774700" cy="297815"/>
          </a:xfrm>
          <a:custGeom>
            <a:avLst/>
            <a:gdLst/>
            <a:ahLst/>
            <a:cxnLst/>
            <a:rect l="l" t="t" r="r" b="b"/>
            <a:pathLst>
              <a:path w="774700" h="297815">
                <a:moveTo>
                  <a:pt x="184645" y="254952"/>
                </a:moveTo>
                <a:lnTo>
                  <a:pt x="49542" y="254952"/>
                </a:lnTo>
                <a:lnTo>
                  <a:pt x="49542" y="0"/>
                </a:lnTo>
                <a:lnTo>
                  <a:pt x="0" y="0"/>
                </a:lnTo>
                <a:lnTo>
                  <a:pt x="0" y="255270"/>
                </a:lnTo>
                <a:lnTo>
                  <a:pt x="0" y="297180"/>
                </a:lnTo>
                <a:lnTo>
                  <a:pt x="30353" y="297180"/>
                </a:lnTo>
                <a:lnTo>
                  <a:pt x="30353" y="297446"/>
                </a:lnTo>
                <a:lnTo>
                  <a:pt x="49542" y="297446"/>
                </a:lnTo>
                <a:lnTo>
                  <a:pt x="184645" y="297446"/>
                </a:lnTo>
                <a:lnTo>
                  <a:pt x="184645" y="254952"/>
                </a:lnTo>
                <a:close/>
              </a:path>
              <a:path w="774700" h="297815">
                <a:moveTo>
                  <a:pt x="263918" y="609"/>
                </a:moveTo>
                <a:lnTo>
                  <a:pt x="214388" y="609"/>
                </a:lnTo>
                <a:lnTo>
                  <a:pt x="214388" y="297446"/>
                </a:lnTo>
                <a:lnTo>
                  <a:pt x="263918" y="297446"/>
                </a:lnTo>
                <a:lnTo>
                  <a:pt x="263918" y="609"/>
                </a:lnTo>
                <a:close/>
              </a:path>
              <a:path w="774700" h="297815">
                <a:moveTo>
                  <a:pt x="774509" y="609"/>
                </a:moveTo>
                <a:lnTo>
                  <a:pt x="718121" y="609"/>
                </a:lnTo>
                <a:lnTo>
                  <a:pt x="647433" y="136880"/>
                </a:lnTo>
                <a:lnTo>
                  <a:pt x="577049" y="609"/>
                </a:lnTo>
                <a:lnTo>
                  <a:pt x="294081" y="609"/>
                </a:lnTo>
                <a:lnTo>
                  <a:pt x="294081" y="43294"/>
                </a:lnTo>
                <a:lnTo>
                  <a:pt x="385521" y="43294"/>
                </a:lnTo>
                <a:lnTo>
                  <a:pt x="385521" y="297446"/>
                </a:lnTo>
                <a:lnTo>
                  <a:pt x="434467" y="297446"/>
                </a:lnTo>
                <a:lnTo>
                  <a:pt x="434467" y="43294"/>
                </a:lnTo>
                <a:lnTo>
                  <a:pt x="526097" y="43294"/>
                </a:lnTo>
                <a:lnTo>
                  <a:pt x="526097" y="11379"/>
                </a:lnTo>
                <a:lnTo>
                  <a:pt x="622566" y="186524"/>
                </a:lnTo>
                <a:lnTo>
                  <a:pt x="622566" y="297446"/>
                </a:lnTo>
                <a:lnTo>
                  <a:pt x="672109" y="297446"/>
                </a:lnTo>
                <a:lnTo>
                  <a:pt x="672109" y="186524"/>
                </a:lnTo>
                <a:lnTo>
                  <a:pt x="774509" y="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52275" y="309841"/>
            <a:ext cx="517525" cy="297180"/>
          </a:xfrm>
          <a:custGeom>
            <a:avLst/>
            <a:gdLst/>
            <a:ahLst/>
            <a:cxnLst/>
            <a:rect l="l" t="t" r="r" b="b"/>
            <a:pathLst>
              <a:path w="517525" h="297180">
                <a:moveTo>
                  <a:pt x="267855" y="296837"/>
                </a:moveTo>
                <a:lnTo>
                  <a:pt x="239318" y="222237"/>
                </a:lnTo>
                <a:lnTo>
                  <a:pt x="222986" y="179552"/>
                </a:lnTo>
                <a:lnTo>
                  <a:pt x="173761" y="50888"/>
                </a:lnTo>
                <a:lnTo>
                  <a:pt x="173761" y="179552"/>
                </a:lnTo>
                <a:lnTo>
                  <a:pt x="93814" y="179552"/>
                </a:lnTo>
                <a:lnTo>
                  <a:pt x="133743" y="69621"/>
                </a:lnTo>
                <a:lnTo>
                  <a:pt x="173761" y="179552"/>
                </a:lnTo>
                <a:lnTo>
                  <a:pt x="173761" y="50888"/>
                </a:lnTo>
                <a:lnTo>
                  <a:pt x="154292" y="0"/>
                </a:lnTo>
                <a:lnTo>
                  <a:pt x="148018" y="0"/>
                </a:lnTo>
                <a:lnTo>
                  <a:pt x="119430" y="0"/>
                </a:lnTo>
                <a:lnTo>
                  <a:pt x="113169" y="0"/>
                </a:lnTo>
                <a:lnTo>
                  <a:pt x="0" y="296837"/>
                </a:lnTo>
                <a:lnTo>
                  <a:pt x="51193" y="296837"/>
                </a:lnTo>
                <a:lnTo>
                  <a:pt x="78308" y="222237"/>
                </a:lnTo>
                <a:lnTo>
                  <a:pt x="189293" y="222237"/>
                </a:lnTo>
                <a:lnTo>
                  <a:pt x="216458" y="296837"/>
                </a:lnTo>
                <a:lnTo>
                  <a:pt x="267855" y="296837"/>
                </a:lnTo>
                <a:close/>
              </a:path>
              <a:path w="517525" h="297180">
                <a:moveTo>
                  <a:pt x="517296" y="0"/>
                </a:moveTo>
                <a:lnTo>
                  <a:pt x="468147" y="0"/>
                </a:lnTo>
                <a:lnTo>
                  <a:pt x="468147" y="206667"/>
                </a:lnTo>
                <a:lnTo>
                  <a:pt x="333044" y="0"/>
                </a:lnTo>
                <a:lnTo>
                  <a:pt x="286245" y="0"/>
                </a:lnTo>
                <a:lnTo>
                  <a:pt x="286245" y="296837"/>
                </a:lnTo>
                <a:lnTo>
                  <a:pt x="335788" y="296837"/>
                </a:lnTo>
                <a:lnTo>
                  <a:pt x="335788" y="90855"/>
                </a:lnTo>
                <a:lnTo>
                  <a:pt x="470306" y="296837"/>
                </a:lnTo>
                <a:lnTo>
                  <a:pt x="517296" y="296837"/>
                </a:lnTo>
                <a:lnTo>
                  <a:pt x="517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8143" y="309833"/>
            <a:ext cx="218440" cy="297180"/>
          </a:xfrm>
          <a:custGeom>
            <a:avLst/>
            <a:gdLst/>
            <a:ahLst/>
            <a:cxnLst/>
            <a:rect l="l" t="t" r="r" b="b"/>
            <a:pathLst>
              <a:path w="218439" h="297180">
                <a:moveTo>
                  <a:pt x="17524" y="296835"/>
                </a:moveTo>
                <a:lnTo>
                  <a:pt x="0" y="296835"/>
                </a:lnTo>
                <a:lnTo>
                  <a:pt x="0" y="0"/>
                </a:lnTo>
                <a:lnTo>
                  <a:pt x="16447" y="0"/>
                </a:lnTo>
                <a:lnTo>
                  <a:pt x="16447" y="42684"/>
                </a:lnTo>
                <a:lnTo>
                  <a:pt x="49537" y="42684"/>
                </a:lnTo>
                <a:lnTo>
                  <a:pt x="49537" y="254346"/>
                </a:lnTo>
                <a:lnTo>
                  <a:pt x="18111" y="254346"/>
                </a:lnTo>
                <a:lnTo>
                  <a:pt x="18046" y="259046"/>
                </a:lnTo>
                <a:lnTo>
                  <a:pt x="17927" y="267667"/>
                </a:lnTo>
                <a:lnTo>
                  <a:pt x="17823" y="275224"/>
                </a:lnTo>
                <a:lnTo>
                  <a:pt x="17733" y="281716"/>
                </a:lnTo>
                <a:lnTo>
                  <a:pt x="17658" y="287143"/>
                </a:lnTo>
                <a:lnTo>
                  <a:pt x="17532" y="296230"/>
                </a:lnTo>
                <a:lnTo>
                  <a:pt x="17524" y="296835"/>
                </a:lnTo>
                <a:close/>
              </a:path>
              <a:path w="218439" h="297180">
                <a:moveTo>
                  <a:pt x="49537" y="42684"/>
                </a:moveTo>
                <a:lnTo>
                  <a:pt x="16447" y="42684"/>
                </a:lnTo>
                <a:lnTo>
                  <a:pt x="16447" y="0"/>
                </a:lnTo>
                <a:lnTo>
                  <a:pt x="49537" y="0"/>
                </a:lnTo>
                <a:lnTo>
                  <a:pt x="49537" y="42684"/>
                </a:lnTo>
                <a:close/>
              </a:path>
              <a:path w="218439" h="297180">
                <a:moveTo>
                  <a:pt x="83020" y="296835"/>
                </a:moveTo>
                <a:lnTo>
                  <a:pt x="49537" y="296835"/>
                </a:lnTo>
                <a:lnTo>
                  <a:pt x="49537" y="254346"/>
                </a:lnTo>
                <a:lnTo>
                  <a:pt x="83020" y="254346"/>
                </a:lnTo>
                <a:lnTo>
                  <a:pt x="96836" y="253606"/>
                </a:lnTo>
                <a:lnTo>
                  <a:pt x="139661" y="235910"/>
                </a:lnTo>
                <a:lnTo>
                  <a:pt x="163525" y="197307"/>
                </a:lnTo>
                <a:lnTo>
                  <a:pt x="168977" y="157033"/>
                </a:lnTo>
                <a:lnTo>
                  <a:pt x="168977" y="139606"/>
                </a:lnTo>
                <a:lnTo>
                  <a:pt x="163396" y="97998"/>
                </a:lnTo>
                <a:lnTo>
                  <a:pt x="141809" y="61897"/>
                </a:lnTo>
                <a:lnTo>
                  <a:pt x="105316" y="44275"/>
                </a:lnTo>
                <a:lnTo>
                  <a:pt x="86544" y="42684"/>
                </a:lnTo>
                <a:lnTo>
                  <a:pt x="49537" y="42684"/>
                </a:lnTo>
                <a:lnTo>
                  <a:pt x="49537" y="0"/>
                </a:lnTo>
                <a:lnTo>
                  <a:pt x="86544" y="0"/>
                </a:lnTo>
                <a:lnTo>
                  <a:pt x="100819" y="611"/>
                </a:lnTo>
                <a:lnTo>
                  <a:pt x="139900" y="9790"/>
                </a:lnTo>
                <a:lnTo>
                  <a:pt x="181704" y="37985"/>
                </a:lnTo>
                <a:lnTo>
                  <a:pt x="203511" y="69778"/>
                </a:lnTo>
                <a:lnTo>
                  <a:pt x="215773" y="109551"/>
                </a:lnTo>
                <a:lnTo>
                  <a:pt x="218123" y="157033"/>
                </a:lnTo>
                <a:lnTo>
                  <a:pt x="217580" y="171461"/>
                </a:lnTo>
                <a:lnTo>
                  <a:pt x="208724" y="214892"/>
                </a:lnTo>
                <a:lnTo>
                  <a:pt x="189891" y="249421"/>
                </a:lnTo>
                <a:lnTo>
                  <a:pt x="150761" y="281716"/>
                </a:lnTo>
                <a:lnTo>
                  <a:pt x="112365" y="294412"/>
                </a:lnTo>
                <a:lnTo>
                  <a:pt x="98066" y="296230"/>
                </a:lnTo>
                <a:lnTo>
                  <a:pt x="83020" y="296835"/>
                </a:lnTo>
                <a:close/>
              </a:path>
              <a:path w="218439" h="297180">
                <a:moveTo>
                  <a:pt x="49537" y="296835"/>
                </a:moveTo>
                <a:lnTo>
                  <a:pt x="17524" y="296835"/>
                </a:lnTo>
                <a:lnTo>
                  <a:pt x="17532" y="296230"/>
                </a:lnTo>
                <a:lnTo>
                  <a:pt x="17658" y="287143"/>
                </a:lnTo>
                <a:lnTo>
                  <a:pt x="17733" y="281716"/>
                </a:lnTo>
                <a:lnTo>
                  <a:pt x="17823" y="275224"/>
                </a:lnTo>
                <a:lnTo>
                  <a:pt x="17927" y="267667"/>
                </a:lnTo>
                <a:lnTo>
                  <a:pt x="18046" y="259046"/>
                </a:lnTo>
                <a:lnTo>
                  <a:pt x="18111" y="254346"/>
                </a:lnTo>
                <a:lnTo>
                  <a:pt x="49537" y="254346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65761" y="309841"/>
            <a:ext cx="955040" cy="297180"/>
          </a:xfrm>
          <a:custGeom>
            <a:avLst/>
            <a:gdLst/>
            <a:ahLst/>
            <a:cxnLst/>
            <a:rect l="l" t="t" r="r" b="b"/>
            <a:pathLst>
              <a:path w="955040" h="297180">
                <a:moveTo>
                  <a:pt x="261200" y="0"/>
                </a:moveTo>
                <a:lnTo>
                  <a:pt x="207657" y="0"/>
                </a:lnTo>
                <a:lnTo>
                  <a:pt x="130251" y="222808"/>
                </a:lnTo>
                <a:lnTo>
                  <a:pt x="53555" y="0"/>
                </a:lnTo>
                <a:lnTo>
                  <a:pt x="0" y="0"/>
                </a:lnTo>
                <a:lnTo>
                  <a:pt x="109651" y="296837"/>
                </a:lnTo>
                <a:lnTo>
                  <a:pt x="110731" y="296837"/>
                </a:lnTo>
                <a:lnTo>
                  <a:pt x="150380" y="296837"/>
                </a:lnTo>
                <a:lnTo>
                  <a:pt x="151358" y="296837"/>
                </a:lnTo>
                <a:lnTo>
                  <a:pt x="261200" y="0"/>
                </a:lnTo>
                <a:close/>
              </a:path>
              <a:path w="955040" h="297180">
                <a:moveTo>
                  <a:pt x="338442" y="0"/>
                </a:moveTo>
                <a:lnTo>
                  <a:pt x="288899" y="0"/>
                </a:lnTo>
                <a:lnTo>
                  <a:pt x="288899" y="296837"/>
                </a:lnTo>
                <a:lnTo>
                  <a:pt x="338442" y="296837"/>
                </a:lnTo>
                <a:lnTo>
                  <a:pt x="338442" y="0"/>
                </a:lnTo>
                <a:close/>
              </a:path>
              <a:path w="955040" h="297180">
                <a:moveTo>
                  <a:pt x="638873" y="296837"/>
                </a:moveTo>
                <a:lnTo>
                  <a:pt x="610336" y="222237"/>
                </a:lnTo>
                <a:lnTo>
                  <a:pt x="594004" y="179552"/>
                </a:lnTo>
                <a:lnTo>
                  <a:pt x="544779" y="50888"/>
                </a:lnTo>
                <a:lnTo>
                  <a:pt x="544779" y="179552"/>
                </a:lnTo>
                <a:lnTo>
                  <a:pt x="464832" y="179552"/>
                </a:lnTo>
                <a:lnTo>
                  <a:pt x="504761" y="69621"/>
                </a:lnTo>
                <a:lnTo>
                  <a:pt x="544779" y="179552"/>
                </a:lnTo>
                <a:lnTo>
                  <a:pt x="544779" y="50888"/>
                </a:lnTo>
                <a:lnTo>
                  <a:pt x="525310" y="0"/>
                </a:lnTo>
                <a:lnTo>
                  <a:pt x="519049" y="0"/>
                </a:lnTo>
                <a:lnTo>
                  <a:pt x="490461" y="0"/>
                </a:lnTo>
                <a:lnTo>
                  <a:pt x="484187" y="0"/>
                </a:lnTo>
                <a:lnTo>
                  <a:pt x="371017" y="296837"/>
                </a:lnTo>
                <a:lnTo>
                  <a:pt x="422224" y="296837"/>
                </a:lnTo>
                <a:lnTo>
                  <a:pt x="449326" y="222237"/>
                </a:lnTo>
                <a:lnTo>
                  <a:pt x="560311" y="222237"/>
                </a:lnTo>
                <a:lnTo>
                  <a:pt x="587476" y="296837"/>
                </a:lnTo>
                <a:lnTo>
                  <a:pt x="638873" y="296837"/>
                </a:lnTo>
                <a:close/>
              </a:path>
              <a:path w="955040" h="297180">
                <a:moveTo>
                  <a:pt x="863053" y="208724"/>
                </a:moveTo>
                <a:lnTo>
                  <a:pt x="850303" y="164490"/>
                </a:lnTo>
                <a:lnTo>
                  <a:pt x="821982" y="139788"/>
                </a:lnTo>
                <a:lnTo>
                  <a:pt x="826719" y="136740"/>
                </a:lnTo>
                <a:lnTo>
                  <a:pt x="852944" y="100203"/>
                </a:lnTo>
                <a:lnTo>
                  <a:pt x="855421" y="81838"/>
                </a:lnTo>
                <a:lnTo>
                  <a:pt x="854989" y="71577"/>
                </a:lnTo>
                <a:lnTo>
                  <a:pt x="847318" y="42684"/>
                </a:lnTo>
                <a:lnTo>
                  <a:pt x="844791" y="37693"/>
                </a:lnTo>
                <a:lnTo>
                  <a:pt x="814298" y="10693"/>
                </a:lnTo>
                <a:lnTo>
                  <a:pt x="813714" y="10464"/>
                </a:lnTo>
                <a:lnTo>
                  <a:pt x="813714" y="218516"/>
                </a:lnTo>
                <a:lnTo>
                  <a:pt x="811758" y="226542"/>
                </a:lnTo>
                <a:lnTo>
                  <a:pt x="807834" y="233197"/>
                </a:lnTo>
                <a:lnTo>
                  <a:pt x="803986" y="239852"/>
                </a:lnTo>
                <a:lnTo>
                  <a:pt x="798309" y="245046"/>
                </a:lnTo>
                <a:lnTo>
                  <a:pt x="763003" y="254342"/>
                </a:lnTo>
                <a:lnTo>
                  <a:pt x="706805" y="254342"/>
                </a:lnTo>
                <a:lnTo>
                  <a:pt x="706805" y="163487"/>
                </a:lnTo>
                <a:lnTo>
                  <a:pt x="764768" y="163487"/>
                </a:lnTo>
                <a:lnTo>
                  <a:pt x="805459" y="177825"/>
                </a:lnTo>
                <a:lnTo>
                  <a:pt x="808723" y="184543"/>
                </a:lnTo>
                <a:lnTo>
                  <a:pt x="812050" y="191262"/>
                </a:lnTo>
                <a:lnTo>
                  <a:pt x="813625" y="199034"/>
                </a:lnTo>
                <a:lnTo>
                  <a:pt x="813714" y="218516"/>
                </a:lnTo>
                <a:lnTo>
                  <a:pt x="813714" y="10464"/>
                </a:lnTo>
                <a:lnTo>
                  <a:pt x="806145" y="7353"/>
                </a:lnTo>
                <a:lnTo>
                  <a:pt x="805878" y="7277"/>
                </a:lnTo>
                <a:lnTo>
                  <a:pt x="805878" y="89801"/>
                </a:lnTo>
                <a:lnTo>
                  <a:pt x="803922" y="96926"/>
                </a:lnTo>
                <a:lnTo>
                  <a:pt x="800011" y="102793"/>
                </a:lnTo>
                <a:lnTo>
                  <a:pt x="796163" y="108673"/>
                </a:lnTo>
                <a:lnTo>
                  <a:pt x="790638" y="113233"/>
                </a:lnTo>
                <a:lnTo>
                  <a:pt x="757720" y="121399"/>
                </a:lnTo>
                <a:lnTo>
                  <a:pt x="706805" y="121399"/>
                </a:lnTo>
                <a:lnTo>
                  <a:pt x="706805" y="42684"/>
                </a:lnTo>
                <a:lnTo>
                  <a:pt x="756539" y="42684"/>
                </a:lnTo>
                <a:lnTo>
                  <a:pt x="797458" y="53581"/>
                </a:lnTo>
                <a:lnTo>
                  <a:pt x="800785" y="59131"/>
                </a:lnTo>
                <a:lnTo>
                  <a:pt x="804189" y="64681"/>
                </a:lnTo>
                <a:lnTo>
                  <a:pt x="805764" y="71577"/>
                </a:lnTo>
                <a:lnTo>
                  <a:pt x="805878" y="89801"/>
                </a:lnTo>
                <a:lnTo>
                  <a:pt x="805878" y="7277"/>
                </a:lnTo>
                <a:lnTo>
                  <a:pt x="767613" y="292"/>
                </a:lnTo>
                <a:lnTo>
                  <a:pt x="756539" y="0"/>
                </a:lnTo>
                <a:lnTo>
                  <a:pt x="657263" y="0"/>
                </a:lnTo>
                <a:lnTo>
                  <a:pt x="657263" y="296837"/>
                </a:lnTo>
                <a:lnTo>
                  <a:pt x="666369" y="296837"/>
                </a:lnTo>
                <a:lnTo>
                  <a:pt x="706805" y="296837"/>
                </a:lnTo>
                <a:lnTo>
                  <a:pt x="763003" y="296837"/>
                </a:lnTo>
                <a:lnTo>
                  <a:pt x="777468" y="296202"/>
                </a:lnTo>
                <a:lnTo>
                  <a:pt x="815378" y="286753"/>
                </a:lnTo>
                <a:lnTo>
                  <a:pt x="850430" y="256794"/>
                </a:lnTo>
                <a:lnTo>
                  <a:pt x="862266" y="222338"/>
                </a:lnTo>
                <a:lnTo>
                  <a:pt x="863053" y="208724"/>
                </a:lnTo>
                <a:close/>
              </a:path>
              <a:path w="955040" h="297180">
                <a:moveTo>
                  <a:pt x="954608" y="0"/>
                </a:moveTo>
                <a:lnTo>
                  <a:pt x="905065" y="0"/>
                </a:lnTo>
                <a:lnTo>
                  <a:pt x="905065" y="296837"/>
                </a:lnTo>
                <a:lnTo>
                  <a:pt x="954608" y="296837"/>
                </a:lnTo>
                <a:lnTo>
                  <a:pt x="954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79475" y="309232"/>
            <a:ext cx="774700" cy="297815"/>
          </a:xfrm>
          <a:custGeom>
            <a:avLst/>
            <a:gdLst/>
            <a:ahLst/>
            <a:cxnLst/>
            <a:rect l="l" t="t" r="r" b="b"/>
            <a:pathLst>
              <a:path w="774700" h="297815">
                <a:moveTo>
                  <a:pt x="184645" y="254952"/>
                </a:moveTo>
                <a:lnTo>
                  <a:pt x="49542" y="254952"/>
                </a:lnTo>
                <a:lnTo>
                  <a:pt x="49542" y="0"/>
                </a:lnTo>
                <a:lnTo>
                  <a:pt x="0" y="0"/>
                </a:lnTo>
                <a:lnTo>
                  <a:pt x="0" y="255270"/>
                </a:lnTo>
                <a:lnTo>
                  <a:pt x="0" y="297180"/>
                </a:lnTo>
                <a:lnTo>
                  <a:pt x="30353" y="297180"/>
                </a:lnTo>
                <a:lnTo>
                  <a:pt x="30353" y="297446"/>
                </a:lnTo>
                <a:lnTo>
                  <a:pt x="49542" y="297446"/>
                </a:lnTo>
                <a:lnTo>
                  <a:pt x="184645" y="297446"/>
                </a:lnTo>
                <a:lnTo>
                  <a:pt x="184645" y="254952"/>
                </a:lnTo>
                <a:close/>
              </a:path>
              <a:path w="774700" h="297815">
                <a:moveTo>
                  <a:pt x="263918" y="609"/>
                </a:moveTo>
                <a:lnTo>
                  <a:pt x="214388" y="609"/>
                </a:lnTo>
                <a:lnTo>
                  <a:pt x="214388" y="297446"/>
                </a:lnTo>
                <a:lnTo>
                  <a:pt x="263918" y="297446"/>
                </a:lnTo>
                <a:lnTo>
                  <a:pt x="263918" y="609"/>
                </a:lnTo>
                <a:close/>
              </a:path>
              <a:path w="774700" h="297815">
                <a:moveTo>
                  <a:pt x="774509" y="609"/>
                </a:moveTo>
                <a:lnTo>
                  <a:pt x="718121" y="609"/>
                </a:lnTo>
                <a:lnTo>
                  <a:pt x="647433" y="136880"/>
                </a:lnTo>
                <a:lnTo>
                  <a:pt x="577037" y="609"/>
                </a:lnTo>
                <a:lnTo>
                  <a:pt x="294068" y="609"/>
                </a:lnTo>
                <a:lnTo>
                  <a:pt x="294068" y="43294"/>
                </a:lnTo>
                <a:lnTo>
                  <a:pt x="385508" y="43294"/>
                </a:lnTo>
                <a:lnTo>
                  <a:pt x="385508" y="297446"/>
                </a:lnTo>
                <a:lnTo>
                  <a:pt x="434467" y="297446"/>
                </a:lnTo>
                <a:lnTo>
                  <a:pt x="434467" y="43294"/>
                </a:lnTo>
                <a:lnTo>
                  <a:pt x="526097" y="43294"/>
                </a:lnTo>
                <a:lnTo>
                  <a:pt x="526097" y="11404"/>
                </a:lnTo>
                <a:lnTo>
                  <a:pt x="622566" y="186524"/>
                </a:lnTo>
                <a:lnTo>
                  <a:pt x="622566" y="297446"/>
                </a:lnTo>
                <a:lnTo>
                  <a:pt x="672096" y="297446"/>
                </a:lnTo>
                <a:lnTo>
                  <a:pt x="672096" y="186524"/>
                </a:lnTo>
                <a:lnTo>
                  <a:pt x="774509" y="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4016" y="5683165"/>
            <a:ext cx="72577" cy="989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56D2E2E-262C-E306-0597-65280121783C}"/>
              </a:ext>
            </a:extLst>
          </p:cNvPr>
          <p:cNvSpPr txBox="1"/>
          <p:nvPr/>
        </p:nvSpPr>
        <p:spPr>
          <a:xfrm>
            <a:off x="409062" y="945251"/>
            <a:ext cx="53470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</a:rPr>
              <a:t>FEASIBILITY</a:t>
            </a:r>
          </a:p>
          <a:p>
            <a:pPr>
              <a:buNone/>
            </a:pPr>
            <a:endParaRPr lang="en-IN" sz="14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1400" b="1" dirty="0"/>
              <a:t>Technical – Achievable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Uses proven </a:t>
            </a:r>
            <a:r>
              <a:rPr lang="en-IN" sz="1400" b="1" dirty="0"/>
              <a:t>AI + Computer Vision + GPS + GIS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Existing buses act as </a:t>
            </a:r>
            <a:r>
              <a:rPr lang="en-IN" sz="1400" b="1" dirty="0"/>
              <a:t>mobile sensing platforms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Edge processing reduces unnecessary video transfer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Cloud platform supports centralized event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System can scale with additional buses </a:t>
            </a:r>
          </a:p>
          <a:p>
            <a:pPr lvl="0"/>
            <a:endParaRPr lang="en-IN" sz="1400" dirty="0"/>
          </a:p>
          <a:p>
            <a:pPr>
              <a:buNone/>
            </a:pPr>
            <a:r>
              <a:rPr lang="en-IN" sz="1400" b="1" dirty="0"/>
              <a:t>Economic – Feasible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Uses existing transport infrastructure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Software-based solution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Scalable cloud deployment </a:t>
            </a:r>
          </a:p>
          <a:p>
            <a:pPr lvl="0"/>
            <a:endParaRPr lang="en-IN" sz="1400" dirty="0"/>
          </a:p>
          <a:p>
            <a:pPr>
              <a:buNone/>
            </a:pPr>
            <a:r>
              <a:rPr lang="en-IN" sz="1400" b="1" dirty="0"/>
              <a:t>Operational – Practical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Works during normal bus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Minimal manual intervention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Continuous data collection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4A19F9-794C-DEF6-F670-8CDC9433C1A2}"/>
              </a:ext>
            </a:extLst>
          </p:cNvPr>
          <p:cNvSpPr/>
          <p:nvPr/>
        </p:nvSpPr>
        <p:spPr>
          <a:xfrm>
            <a:off x="312824" y="3875848"/>
            <a:ext cx="5133662" cy="1027174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428F36-3768-14F8-D0AB-23692553CA33}"/>
              </a:ext>
            </a:extLst>
          </p:cNvPr>
          <p:cNvSpPr/>
          <p:nvPr/>
        </p:nvSpPr>
        <p:spPr>
          <a:xfrm>
            <a:off x="316090" y="2849920"/>
            <a:ext cx="5133662" cy="931758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1E4A7D-0760-2964-8C01-59314E85DEA5}"/>
              </a:ext>
            </a:extLst>
          </p:cNvPr>
          <p:cNvSpPr/>
          <p:nvPr/>
        </p:nvSpPr>
        <p:spPr>
          <a:xfrm>
            <a:off x="312824" y="1363578"/>
            <a:ext cx="5133662" cy="1432973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2B01AE7-1889-D7FD-0D83-6369444F8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8349"/>
              </p:ext>
            </p:extLst>
          </p:nvPr>
        </p:nvGraphicFramePr>
        <p:xfrm>
          <a:off x="5706009" y="1231444"/>
          <a:ext cx="4757358" cy="36184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8679">
                  <a:extLst>
                    <a:ext uri="{9D8B030D-6E8A-4147-A177-3AD203B41FA5}">
                      <a16:colId xmlns:a16="http://schemas.microsoft.com/office/drawing/2014/main" val="2456871785"/>
                    </a:ext>
                  </a:extLst>
                </a:gridCol>
                <a:gridCol w="2378679">
                  <a:extLst>
                    <a:ext uri="{9D8B030D-6E8A-4147-A177-3AD203B41FA5}">
                      <a16:colId xmlns:a16="http://schemas.microsoft.com/office/drawing/2014/main" val="3322031290"/>
                    </a:ext>
                  </a:extLst>
                </a:gridCol>
              </a:tblGrid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128907"/>
                  </a:ext>
                </a:extLst>
              </a:tr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Detection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Confidence + multi-frame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165650"/>
                  </a:ext>
                </a:extLst>
              </a:tr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Duplicate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GPS + time + Event ID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905778"/>
                  </a:ext>
                </a:extLst>
              </a:tr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 bandwidth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Edge-first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13838"/>
                  </a:ext>
                </a:extLst>
              </a:tr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False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Multi-stage AI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149911"/>
                  </a:ext>
                </a:extLst>
              </a:tr>
              <a:tr h="529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Secure access &amp; controlled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5446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ABD9B9-3FB1-5A4F-3806-1977B877C1BF}"/>
              </a:ext>
            </a:extLst>
          </p:cNvPr>
          <p:cNvSpPr txBox="1"/>
          <p:nvPr/>
        </p:nvSpPr>
        <p:spPr>
          <a:xfrm>
            <a:off x="5600237" y="862078"/>
            <a:ext cx="483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          CHALLENGES &amp; MITIGATION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0DE37-5F33-C14C-041D-A38DE8897B41}"/>
              </a:ext>
            </a:extLst>
          </p:cNvPr>
          <p:cNvSpPr txBox="1"/>
          <p:nvPr/>
        </p:nvSpPr>
        <p:spPr>
          <a:xfrm>
            <a:off x="1906475" y="5011279"/>
            <a:ext cx="714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“Existing buses + AI = Continuous, scalable urban monitoring.”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1699" y="309833"/>
            <a:ext cx="50165" cy="297180"/>
          </a:xfrm>
          <a:custGeom>
            <a:avLst/>
            <a:gdLst/>
            <a:ahLst/>
            <a:cxnLst/>
            <a:rect l="l" t="t" r="r" b="b"/>
            <a:pathLst>
              <a:path w="50164" h="297180">
                <a:moveTo>
                  <a:pt x="49537" y="296835"/>
                </a:moveTo>
                <a:lnTo>
                  <a:pt x="0" y="296835"/>
                </a:lnTo>
                <a:lnTo>
                  <a:pt x="0" y="0"/>
                </a:lnTo>
                <a:lnTo>
                  <a:pt x="49537" y="0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80347" y="309833"/>
            <a:ext cx="295910" cy="297180"/>
          </a:xfrm>
          <a:custGeom>
            <a:avLst/>
            <a:gdLst/>
            <a:ahLst/>
            <a:cxnLst/>
            <a:rect l="l" t="t" r="r" b="b"/>
            <a:pathLst>
              <a:path w="295910" h="297180">
                <a:moveTo>
                  <a:pt x="49342" y="296835"/>
                </a:moveTo>
                <a:lnTo>
                  <a:pt x="0" y="296835"/>
                </a:lnTo>
                <a:lnTo>
                  <a:pt x="0" y="0"/>
                </a:lnTo>
                <a:lnTo>
                  <a:pt x="9104" y="0"/>
                </a:lnTo>
                <a:lnTo>
                  <a:pt x="46689" y="92722"/>
                </a:lnTo>
                <a:lnTo>
                  <a:pt x="46768" y="92918"/>
                </a:lnTo>
                <a:lnTo>
                  <a:pt x="49342" y="179648"/>
                </a:lnTo>
                <a:lnTo>
                  <a:pt x="49342" y="296835"/>
                </a:lnTo>
                <a:close/>
              </a:path>
              <a:path w="295910" h="297180">
                <a:moveTo>
                  <a:pt x="46689" y="92722"/>
                </a:moveTo>
                <a:lnTo>
                  <a:pt x="9104" y="0"/>
                </a:lnTo>
                <a:lnTo>
                  <a:pt x="43859" y="0"/>
                </a:lnTo>
                <a:lnTo>
                  <a:pt x="46689" y="92722"/>
                </a:lnTo>
                <a:close/>
              </a:path>
              <a:path w="295910" h="297180">
                <a:moveTo>
                  <a:pt x="165844" y="296835"/>
                </a:moveTo>
                <a:lnTo>
                  <a:pt x="129425" y="296835"/>
                </a:lnTo>
                <a:lnTo>
                  <a:pt x="46695" y="92918"/>
                </a:lnTo>
                <a:lnTo>
                  <a:pt x="43859" y="0"/>
                </a:lnTo>
                <a:lnTo>
                  <a:pt x="58446" y="0"/>
                </a:lnTo>
                <a:lnTo>
                  <a:pt x="147830" y="222528"/>
                </a:lnTo>
                <a:lnTo>
                  <a:pt x="196062" y="222528"/>
                </a:lnTo>
                <a:lnTo>
                  <a:pt x="165844" y="296835"/>
                </a:lnTo>
                <a:close/>
              </a:path>
              <a:path w="295910" h="297180">
                <a:moveTo>
                  <a:pt x="196062" y="222528"/>
                </a:moveTo>
                <a:lnTo>
                  <a:pt x="147830" y="222528"/>
                </a:lnTo>
                <a:lnTo>
                  <a:pt x="237018" y="0"/>
                </a:lnTo>
                <a:lnTo>
                  <a:pt x="251605" y="0"/>
                </a:lnTo>
                <a:lnTo>
                  <a:pt x="248775" y="92722"/>
                </a:lnTo>
                <a:lnTo>
                  <a:pt x="248769" y="92918"/>
                </a:lnTo>
                <a:lnTo>
                  <a:pt x="196062" y="222528"/>
                </a:lnTo>
                <a:close/>
              </a:path>
              <a:path w="295910" h="297180">
                <a:moveTo>
                  <a:pt x="248849" y="92722"/>
                </a:moveTo>
                <a:lnTo>
                  <a:pt x="251605" y="0"/>
                </a:lnTo>
                <a:lnTo>
                  <a:pt x="286556" y="0"/>
                </a:lnTo>
                <a:lnTo>
                  <a:pt x="248849" y="92722"/>
                </a:lnTo>
                <a:close/>
              </a:path>
              <a:path w="295910" h="297180">
                <a:moveTo>
                  <a:pt x="295465" y="296835"/>
                </a:moveTo>
                <a:lnTo>
                  <a:pt x="246123" y="296835"/>
                </a:lnTo>
                <a:lnTo>
                  <a:pt x="246123" y="179648"/>
                </a:lnTo>
                <a:lnTo>
                  <a:pt x="248769" y="92918"/>
                </a:lnTo>
                <a:lnTo>
                  <a:pt x="286556" y="0"/>
                </a:lnTo>
                <a:lnTo>
                  <a:pt x="295465" y="0"/>
                </a:lnTo>
                <a:lnTo>
                  <a:pt x="295465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5646" y="305930"/>
            <a:ext cx="942975" cy="304800"/>
          </a:xfrm>
          <a:custGeom>
            <a:avLst/>
            <a:gdLst/>
            <a:ahLst/>
            <a:cxnLst/>
            <a:rect l="l" t="t" r="r" b="b"/>
            <a:pathLst>
              <a:path w="942975" h="304800">
                <a:moveTo>
                  <a:pt x="216954" y="96723"/>
                </a:moveTo>
                <a:lnTo>
                  <a:pt x="204520" y="48742"/>
                </a:lnTo>
                <a:lnTo>
                  <a:pt x="203034" y="46596"/>
                </a:lnTo>
                <a:lnTo>
                  <a:pt x="197637" y="38760"/>
                </a:lnTo>
                <a:lnTo>
                  <a:pt x="189318" y="29921"/>
                </a:lnTo>
                <a:lnTo>
                  <a:pt x="179565" y="22263"/>
                </a:lnTo>
                <a:lnTo>
                  <a:pt x="168389" y="15760"/>
                </a:lnTo>
                <a:lnTo>
                  <a:pt x="167411" y="15367"/>
                </a:lnTo>
                <a:lnTo>
                  <a:pt x="167411" y="97116"/>
                </a:lnTo>
                <a:lnTo>
                  <a:pt x="167055" y="104228"/>
                </a:lnTo>
                <a:lnTo>
                  <a:pt x="143916" y="140182"/>
                </a:lnTo>
                <a:lnTo>
                  <a:pt x="111023" y="146456"/>
                </a:lnTo>
                <a:lnTo>
                  <a:pt x="49542" y="146456"/>
                </a:lnTo>
                <a:lnTo>
                  <a:pt x="49542" y="46596"/>
                </a:lnTo>
                <a:lnTo>
                  <a:pt x="111023" y="46596"/>
                </a:lnTo>
                <a:lnTo>
                  <a:pt x="149529" y="57543"/>
                </a:lnTo>
                <a:lnTo>
                  <a:pt x="167411" y="97116"/>
                </a:lnTo>
                <a:lnTo>
                  <a:pt x="167411" y="15367"/>
                </a:lnTo>
                <a:lnTo>
                  <a:pt x="155917" y="10579"/>
                </a:lnTo>
                <a:lnTo>
                  <a:pt x="142201" y="6870"/>
                </a:lnTo>
                <a:lnTo>
                  <a:pt x="127241" y="4648"/>
                </a:lnTo>
                <a:lnTo>
                  <a:pt x="111023" y="3911"/>
                </a:lnTo>
                <a:lnTo>
                  <a:pt x="0" y="3911"/>
                </a:lnTo>
                <a:lnTo>
                  <a:pt x="0" y="300748"/>
                </a:lnTo>
                <a:lnTo>
                  <a:pt x="49542" y="300748"/>
                </a:lnTo>
                <a:lnTo>
                  <a:pt x="49542" y="188937"/>
                </a:lnTo>
                <a:lnTo>
                  <a:pt x="111023" y="188937"/>
                </a:lnTo>
                <a:lnTo>
                  <a:pt x="155829" y="182943"/>
                </a:lnTo>
                <a:lnTo>
                  <a:pt x="197586" y="156451"/>
                </a:lnTo>
                <a:lnTo>
                  <a:pt x="204609" y="146456"/>
                </a:lnTo>
                <a:lnTo>
                  <a:pt x="209956" y="135712"/>
                </a:lnTo>
                <a:lnTo>
                  <a:pt x="213842" y="123736"/>
                </a:lnTo>
                <a:lnTo>
                  <a:pt x="216179" y="110744"/>
                </a:lnTo>
                <a:lnTo>
                  <a:pt x="216954" y="96723"/>
                </a:lnTo>
                <a:close/>
              </a:path>
              <a:path w="942975" h="304800">
                <a:moveTo>
                  <a:pt x="466979" y="300748"/>
                </a:moveTo>
                <a:lnTo>
                  <a:pt x="438442" y="226148"/>
                </a:lnTo>
                <a:lnTo>
                  <a:pt x="422109" y="183464"/>
                </a:lnTo>
                <a:lnTo>
                  <a:pt x="372884" y="54800"/>
                </a:lnTo>
                <a:lnTo>
                  <a:pt x="372884" y="183464"/>
                </a:lnTo>
                <a:lnTo>
                  <a:pt x="292938" y="183464"/>
                </a:lnTo>
                <a:lnTo>
                  <a:pt x="332867" y="73533"/>
                </a:lnTo>
                <a:lnTo>
                  <a:pt x="372884" y="183464"/>
                </a:lnTo>
                <a:lnTo>
                  <a:pt x="372884" y="54800"/>
                </a:lnTo>
                <a:lnTo>
                  <a:pt x="353415" y="3911"/>
                </a:lnTo>
                <a:lnTo>
                  <a:pt x="347154" y="3911"/>
                </a:lnTo>
                <a:lnTo>
                  <a:pt x="318566" y="3911"/>
                </a:lnTo>
                <a:lnTo>
                  <a:pt x="312293" y="3911"/>
                </a:lnTo>
                <a:lnTo>
                  <a:pt x="199123" y="300748"/>
                </a:lnTo>
                <a:lnTo>
                  <a:pt x="250329" y="300748"/>
                </a:lnTo>
                <a:lnTo>
                  <a:pt x="277431" y="226148"/>
                </a:lnTo>
                <a:lnTo>
                  <a:pt x="388416" y="226148"/>
                </a:lnTo>
                <a:lnTo>
                  <a:pt x="415582" y="300748"/>
                </a:lnTo>
                <a:lnTo>
                  <a:pt x="466979" y="300748"/>
                </a:lnTo>
                <a:close/>
              </a:path>
              <a:path w="942975" h="304800">
                <a:moveTo>
                  <a:pt x="705383" y="107099"/>
                </a:moveTo>
                <a:lnTo>
                  <a:pt x="694359" y="60642"/>
                </a:lnTo>
                <a:lnTo>
                  <a:pt x="672579" y="28219"/>
                </a:lnTo>
                <a:lnTo>
                  <a:pt x="639051" y="7264"/>
                </a:lnTo>
                <a:lnTo>
                  <a:pt x="594067" y="0"/>
                </a:lnTo>
                <a:lnTo>
                  <a:pt x="580555" y="622"/>
                </a:lnTo>
                <a:lnTo>
                  <a:pt x="533285" y="15455"/>
                </a:lnTo>
                <a:lnTo>
                  <a:pt x="498538" y="47866"/>
                </a:lnTo>
                <a:lnTo>
                  <a:pt x="478269" y="94957"/>
                </a:lnTo>
                <a:lnTo>
                  <a:pt x="473646" y="138226"/>
                </a:lnTo>
                <a:lnTo>
                  <a:pt x="473646" y="166624"/>
                </a:lnTo>
                <a:lnTo>
                  <a:pt x="478269" y="209892"/>
                </a:lnTo>
                <a:lnTo>
                  <a:pt x="491985" y="246507"/>
                </a:lnTo>
                <a:lnTo>
                  <a:pt x="522668" y="282727"/>
                </a:lnTo>
                <a:lnTo>
                  <a:pt x="565581" y="302183"/>
                </a:lnTo>
                <a:lnTo>
                  <a:pt x="590740" y="304660"/>
                </a:lnTo>
                <a:lnTo>
                  <a:pt x="607885" y="303847"/>
                </a:lnTo>
                <a:lnTo>
                  <a:pt x="650748" y="291541"/>
                </a:lnTo>
                <a:lnTo>
                  <a:pt x="680948" y="266433"/>
                </a:lnTo>
                <a:lnTo>
                  <a:pt x="699185" y="230060"/>
                </a:lnTo>
                <a:lnTo>
                  <a:pt x="705383" y="198335"/>
                </a:lnTo>
                <a:lnTo>
                  <a:pt x="656234" y="198335"/>
                </a:lnTo>
                <a:lnTo>
                  <a:pt x="654138" y="209651"/>
                </a:lnTo>
                <a:lnTo>
                  <a:pt x="651675" y="219608"/>
                </a:lnTo>
                <a:lnTo>
                  <a:pt x="626173" y="255320"/>
                </a:lnTo>
                <a:lnTo>
                  <a:pt x="590740" y="262178"/>
                </a:lnTo>
                <a:lnTo>
                  <a:pt x="582320" y="261721"/>
                </a:lnTo>
                <a:lnTo>
                  <a:pt x="544156" y="241020"/>
                </a:lnTo>
                <a:lnTo>
                  <a:pt x="527202" y="204508"/>
                </a:lnTo>
                <a:lnTo>
                  <a:pt x="522986" y="166624"/>
                </a:lnTo>
                <a:lnTo>
                  <a:pt x="522986" y="137833"/>
                </a:lnTo>
                <a:lnTo>
                  <a:pt x="527596" y="98183"/>
                </a:lnTo>
                <a:lnTo>
                  <a:pt x="545960" y="62420"/>
                </a:lnTo>
                <a:lnTo>
                  <a:pt x="585533" y="43091"/>
                </a:lnTo>
                <a:lnTo>
                  <a:pt x="594067" y="42684"/>
                </a:lnTo>
                <a:lnTo>
                  <a:pt x="603821" y="43116"/>
                </a:lnTo>
                <a:lnTo>
                  <a:pt x="642226" y="63677"/>
                </a:lnTo>
                <a:lnTo>
                  <a:pt x="656132" y="107099"/>
                </a:lnTo>
                <a:lnTo>
                  <a:pt x="705383" y="107099"/>
                </a:lnTo>
                <a:close/>
              </a:path>
              <a:path w="942975" h="304800">
                <a:moveTo>
                  <a:pt x="942505" y="3911"/>
                </a:moveTo>
                <a:lnTo>
                  <a:pt x="850874" y="3911"/>
                </a:lnTo>
                <a:lnTo>
                  <a:pt x="801916" y="3911"/>
                </a:lnTo>
                <a:lnTo>
                  <a:pt x="710476" y="3911"/>
                </a:lnTo>
                <a:lnTo>
                  <a:pt x="710476" y="46596"/>
                </a:lnTo>
                <a:lnTo>
                  <a:pt x="801916" y="46596"/>
                </a:lnTo>
                <a:lnTo>
                  <a:pt x="801916" y="300748"/>
                </a:lnTo>
                <a:lnTo>
                  <a:pt x="850874" y="300748"/>
                </a:lnTo>
                <a:lnTo>
                  <a:pt x="850874" y="46596"/>
                </a:lnTo>
                <a:lnTo>
                  <a:pt x="942505" y="46596"/>
                </a:lnTo>
                <a:lnTo>
                  <a:pt x="942505" y="39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63541" y="309841"/>
            <a:ext cx="517525" cy="297180"/>
          </a:xfrm>
          <a:custGeom>
            <a:avLst/>
            <a:gdLst/>
            <a:ahLst/>
            <a:cxnLst/>
            <a:rect l="l" t="t" r="r" b="b"/>
            <a:pathLst>
              <a:path w="517525" h="297180">
                <a:moveTo>
                  <a:pt x="267855" y="296837"/>
                </a:moveTo>
                <a:lnTo>
                  <a:pt x="239318" y="222237"/>
                </a:lnTo>
                <a:lnTo>
                  <a:pt x="222986" y="179552"/>
                </a:lnTo>
                <a:lnTo>
                  <a:pt x="173761" y="50888"/>
                </a:lnTo>
                <a:lnTo>
                  <a:pt x="173761" y="179552"/>
                </a:lnTo>
                <a:lnTo>
                  <a:pt x="93814" y="179552"/>
                </a:lnTo>
                <a:lnTo>
                  <a:pt x="133743" y="69621"/>
                </a:lnTo>
                <a:lnTo>
                  <a:pt x="173761" y="179552"/>
                </a:lnTo>
                <a:lnTo>
                  <a:pt x="173761" y="50888"/>
                </a:lnTo>
                <a:lnTo>
                  <a:pt x="154292" y="0"/>
                </a:lnTo>
                <a:lnTo>
                  <a:pt x="148031" y="0"/>
                </a:lnTo>
                <a:lnTo>
                  <a:pt x="119443" y="0"/>
                </a:lnTo>
                <a:lnTo>
                  <a:pt x="113169" y="0"/>
                </a:lnTo>
                <a:lnTo>
                  <a:pt x="0" y="296837"/>
                </a:lnTo>
                <a:lnTo>
                  <a:pt x="51206" y="296837"/>
                </a:lnTo>
                <a:lnTo>
                  <a:pt x="78308" y="222237"/>
                </a:lnTo>
                <a:lnTo>
                  <a:pt x="189293" y="222237"/>
                </a:lnTo>
                <a:lnTo>
                  <a:pt x="216458" y="296837"/>
                </a:lnTo>
                <a:lnTo>
                  <a:pt x="267855" y="296837"/>
                </a:lnTo>
                <a:close/>
              </a:path>
              <a:path w="517525" h="297180">
                <a:moveTo>
                  <a:pt x="517296" y="0"/>
                </a:moveTo>
                <a:lnTo>
                  <a:pt x="468147" y="0"/>
                </a:lnTo>
                <a:lnTo>
                  <a:pt x="468147" y="206667"/>
                </a:lnTo>
                <a:lnTo>
                  <a:pt x="333044" y="0"/>
                </a:lnTo>
                <a:lnTo>
                  <a:pt x="286245" y="0"/>
                </a:lnTo>
                <a:lnTo>
                  <a:pt x="286245" y="296837"/>
                </a:lnTo>
                <a:lnTo>
                  <a:pt x="335788" y="296837"/>
                </a:lnTo>
                <a:lnTo>
                  <a:pt x="335788" y="90855"/>
                </a:lnTo>
                <a:lnTo>
                  <a:pt x="470306" y="296837"/>
                </a:lnTo>
                <a:lnTo>
                  <a:pt x="517296" y="296837"/>
                </a:lnTo>
                <a:lnTo>
                  <a:pt x="517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9411" y="309833"/>
            <a:ext cx="218440" cy="297180"/>
          </a:xfrm>
          <a:custGeom>
            <a:avLst/>
            <a:gdLst/>
            <a:ahLst/>
            <a:cxnLst/>
            <a:rect l="l" t="t" r="r" b="b"/>
            <a:pathLst>
              <a:path w="218439" h="297180">
                <a:moveTo>
                  <a:pt x="17524" y="296835"/>
                </a:moveTo>
                <a:lnTo>
                  <a:pt x="0" y="296835"/>
                </a:lnTo>
                <a:lnTo>
                  <a:pt x="0" y="0"/>
                </a:lnTo>
                <a:lnTo>
                  <a:pt x="16447" y="0"/>
                </a:lnTo>
                <a:lnTo>
                  <a:pt x="16447" y="42684"/>
                </a:lnTo>
                <a:lnTo>
                  <a:pt x="49537" y="42684"/>
                </a:lnTo>
                <a:lnTo>
                  <a:pt x="49537" y="254346"/>
                </a:lnTo>
                <a:lnTo>
                  <a:pt x="18111" y="254346"/>
                </a:lnTo>
                <a:lnTo>
                  <a:pt x="18046" y="259046"/>
                </a:lnTo>
                <a:lnTo>
                  <a:pt x="17927" y="267667"/>
                </a:lnTo>
                <a:lnTo>
                  <a:pt x="17823" y="275224"/>
                </a:lnTo>
                <a:lnTo>
                  <a:pt x="17733" y="281716"/>
                </a:lnTo>
                <a:lnTo>
                  <a:pt x="17658" y="287143"/>
                </a:lnTo>
                <a:lnTo>
                  <a:pt x="17532" y="296230"/>
                </a:lnTo>
                <a:lnTo>
                  <a:pt x="17524" y="296835"/>
                </a:lnTo>
                <a:close/>
              </a:path>
              <a:path w="218439" h="297180">
                <a:moveTo>
                  <a:pt x="49537" y="42684"/>
                </a:moveTo>
                <a:lnTo>
                  <a:pt x="16447" y="42684"/>
                </a:lnTo>
                <a:lnTo>
                  <a:pt x="16447" y="0"/>
                </a:lnTo>
                <a:lnTo>
                  <a:pt x="49537" y="0"/>
                </a:lnTo>
                <a:lnTo>
                  <a:pt x="49537" y="42684"/>
                </a:lnTo>
                <a:close/>
              </a:path>
              <a:path w="218439" h="297180">
                <a:moveTo>
                  <a:pt x="83020" y="296835"/>
                </a:moveTo>
                <a:lnTo>
                  <a:pt x="49537" y="296835"/>
                </a:lnTo>
                <a:lnTo>
                  <a:pt x="49537" y="254346"/>
                </a:lnTo>
                <a:lnTo>
                  <a:pt x="83020" y="254346"/>
                </a:lnTo>
                <a:lnTo>
                  <a:pt x="96836" y="253606"/>
                </a:lnTo>
                <a:lnTo>
                  <a:pt x="139661" y="235910"/>
                </a:lnTo>
                <a:lnTo>
                  <a:pt x="163525" y="197307"/>
                </a:lnTo>
                <a:lnTo>
                  <a:pt x="168977" y="157033"/>
                </a:lnTo>
                <a:lnTo>
                  <a:pt x="168977" y="139606"/>
                </a:lnTo>
                <a:lnTo>
                  <a:pt x="163396" y="97998"/>
                </a:lnTo>
                <a:lnTo>
                  <a:pt x="141809" y="61897"/>
                </a:lnTo>
                <a:lnTo>
                  <a:pt x="105317" y="44275"/>
                </a:lnTo>
                <a:lnTo>
                  <a:pt x="86544" y="42684"/>
                </a:lnTo>
                <a:lnTo>
                  <a:pt x="49537" y="42684"/>
                </a:lnTo>
                <a:lnTo>
                  <a:pt x="49537" y="0"/>
                </a:lnTo>
                <a:lnTo>
                  <a:pt x="86544" y="0"/>
                </a:lnTo>
                <a:lnTo>
                  <a:pt x="100819" y="611"/>
                </a:lnTo>
                <a:lnTo>
                  <a:pt x="139900" y="9790"/>
                </a:lnTo>
                <a:lnTo>
                  <a:pt x="181704" y="37985"/>
                </a:lnTo>
                <a:lnTo>
                  <a:pt x="203511" y="69778"/>
                </a:lnTo>
                <a:lnTo>
                  <a:pt x="215773" y="109551"/>
                </a:lnTo>
                <a:lnTo>
                  <a:pt x="218123" y="157033"/>
                </a:lnTo>
                <a:lnTo>
                  <a:pt x="217580" y="171461"/>
                </a:lnTo>
                <a:lnTo>
                  <a:pt x="217536" y="172654"/>
                </a:lnTo>
                <a:lnTo>
                  <a:pt x="208724" y="214892"/>
                </a:lnTo>
                <a:lnTo>
                  <a:pt x="189891" y="249421"/>
                </a:lnTo>
                <a:lnTo>
                  <a:pt x="150761" y="281716"/>
                </a:lnTo>
                <a:lnTo>
                  <a:pt x="112365" y="294412"/>
                </a:lnTo>
                <a:lnTo>
                  <a:pt x="98066" y="296230"/>
                </a:lnTo>
                <a:lnTo>
                  <a:pt x="83020" y="296835"/>
                </a:lnTo>
                <a:close/>
              </a:path>
              <a:path w="218439" h="297180">
                <a:moveTo>
                  <a:pt x="49537" y="296835"/>
                </a:moveTo>
                <a:lnTo>
                  <a:pt x="17524" y="296835"/>
                </a:lnTo>
                <a:lnTo>
                  <a:pt x="17532" y="296230"/>
                </a:lnTo>
                <a:lnTo>
                  <a:pt x="17658" y="287143"/>
                </a:lnTo>
                <a:lnTo>
                  <a:pt x="17733" y="281716"/>
                </a:lnTo>
                <a:lnTo>
                  <a:pt x="17823" y="275224"/>
                </a:lnTo>
                <a:lnTo>
                  <a:pt x="17927" y="267667"/>
                </a:lnTo>
                <a:lnTo>
                  <a:pt x="18046" y="259046"/>
                </a:lnTo>
                <a:lnTo>
                  <a:pt x="18111" y="254346"/>
                </a:lnTo>
                <a:lnTo>
                  <a:pt x="49537" y="254346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06986" y="309232"/>
            <a:ext cx="699135" cy="297815"/>
          </a:xfrm>
          <a:custGeom>
            <a:avLst/>
            <a:gdLst/>
            <a:ahLst/>
            <a:cxnLst/>
            <a:rect l="l" t="t" r="r" b="b"/>
            <a:pathLst>
              <a:path w="699135" h="297815">
                <a:moveTo>
                  <a:pt x="205790" y="209334"/>
                </a:moveTo>
                <a:lnTo>
                  <a:pt x="193040" y="165100"/>
                </a:lnTo>
                <a:lnTo>
                  <a:pt x="164719" y="140398"/>
                </a:lnTo>
                <a:lnTo>
                  <a:pt x="169456" y="137350"/>
                </a:lnTo>
                <a:lnTo>
                  <a:pt x="195681" y="100812"/>
                </a:lnTo>
                <a:lnTo>
                  <a:pt x="198158" y="82448"/>
                </a:lnTo>
                <a:lnTo>
                  <a:pt x="197726" y="72186"/>
                </a:lnTo>
                <a:lnTo>
                  <a:pt x="190055" y="43294"/>
                </a:lnTo>
                <a:lnTo>
                  <a:pt x="187528" y="38303"/>
                </a:lnTo>
                <a:lnTo>
                  <a:pt x="157035" y="11303"/>
                </a:lnTo>
                <a:lnTo>
                  <a:pt x="156451" y="11074"/>
                </a:lnTo>
                <a:lnTo>
                  <a:pt x="156451" y="219125"/>
                </a:lnTo>
                <a:lnTo>
                  <a:pt x="154495" y="227152"/>
                </a:lnTo>
                <a:lnTo>
                  <a:pt x="150571" y="233807"/>
                </a:lnTo>
                <a:lnTo>
                  <a:pt x="146723" y="240461"/>
                </a:lnTo>
                <a:lnTo>
                  <a:pt x="141046" y="245656"/>
                </a:lnTo>
                <a:lnTo>
                  <a:pt x="105740" y="254952"/>
                </a:lnTo>
                <a:lnTo>
                  <a:pt x="49542" y="254952"/>
                </a:lnTo>
                <a:lnTo>
                  <a:pt x="49542" y="164096"/>
                </a:lnTo>
                <a:lnTo>
                  <a:pt x="107505" y="164096"/>
                </a:lnTo>
                <a:lnTo>
                  <a:pt x="148196" y="178435"/>
                </a:lnTo>
                <a:lnTo>
                  <a:pt x="151460" y="185153"/>
                </a:lnTo>
                <a:lnTo>
                  <a:pt x="154787" y="191871"/>
                </a:lnTo>
                <a:lnTo>
                  <a:pt x="156362" y="199644"/>
                </a:lnTo>
                <a:lnTo>
                  <a:pt x="156451" y="219125"/>
                </a:lnTo>
                <a:lnTo>
                  <a:pt x="156451" y="11074"/>
                </a:lnTo>
                <a:lnTo>
                  <a:pt x="148882" y="7962"/>
                </a:lnTo>
                <a:lnTo>
                  <a:pt x="148615" y="7886"/>
                </a:lnTo>
                <a:lnTo>
                  <a:pt x="148615" y="90411"/>
                </a:lnTo>
                <a:lnTo>
                  <a:pt x="146659" y="97536"/>
                </a:lnTo>
                <a:lnTo>
                  <a:pt x="142748" y="103403"/>
                </a:lnTo>
                <a:lnTo>
                  <a:pt x="138899" y="109283"/>
                </a:lnTo>
                <a:lnTo>
                  <a:pt x="133375" y="113842"/>
                </a:lnTo>
                <a:lnTo>
                  <a:pt x="100457" y="122008"/>
                </a:lnTo>
                <a:lnTo>
                  <a:pt x="49542" y="122008"/>
                </a:lnTo>
                <a:lnTo>
                  <a:pt x="49542" y="43294"/>
                </a:lnTo>
                <a:lnTo>
                  <a:pt x="99275" y="43294"/>
                </a:lnTo>
                <a:lnTo>
                  <a:pt x="140195" y="54190"/>
                </a:lnTo>
                <a:lnTo>
                  <a:pt x="143522" y="59740"/>
                </a:lnTo>
                <a:lnTo>
                  <a:pt x="146926" y="65290"/>
                </a:lnTo>
                <a:lnTo>
                  <a:pt x="148501" y="72186"/>
                </a:lnTo>
                <a:lnTo>
                  <a:pt x="148615" y="90411"/>
                </a:lnTo>
                <a:lnTo>
                  <a:pt x="148615" y="7886"/>
                </a:lnTo>
                <a:lnTo>
                  <a:pt x="110350" y="901"/>
                </a:lnTo>
                <a:lnTo>
                  <a:pt x="99275" y="609"/>
                </a:lnTo>
                <a:lnTo>
                  <a:pt x="0" y="609"/>
                </a:lnTo>
                <a:lnTo>
                  <a:pt x="0" y="297446"/>
                </a:lnTo>
                <a:lnTo>
                  <a:pt x="9105" y="297446"/>
                </a:lnTo>
                <a:lnTo>
                  <a:pt x="49542" y="297446"/>
                </a:lnTo>
                <a:lnTo>
                  <a:pt x="105740" y="297446"/>
                </a:lnTo>
                <a:lnTo>
                  <a:pt x="120205" y="296811"/>
                </a:lnTo>
                <a:lnTo>
                  <a:pt x="158115" y="287362"/>
                </a:lnTo>
                <a:lnTo>
                  <a:pt x="193167" y="257403"/>
                </a:lnTo>
                <a:lnTo>
                  <a:pt x="205003" y="222948"/>
                </a:lnTo>
                <a:lnTo>
                  <a:pt x="205790" y="209334"/>
                </a:lnTo>
                <a:close/>
              </a:path>
              <a:path w="699135" h="297815">
                <a:moveTo>
                  <a:pt x="437921" y="254952"/>
                </a:moveTo>
                <a:lnTo>
                  <a:pt x="294601" y="254952"/>
                </a:lnTo>
                <a:lnTo>
                  <a:pt x="294601" y="165671"/>
                </a:lnTo>
                <a:lnTo>
                  <a:pt x="417957" y="165671"/>
                </a:lnTo>
                <a:lnTo>
                  <a:pt x="417957" y="123177"/>
                </a:lnTo>
                <a:lnTo>
                  <a:pt x="294601" y="123177"/>
                </a:lnTo>
                <a:lnTo>
                  <a:pt x="294601" y="43294"/>
                </a:lnTo>
                <a:lnTo>
                  <a:pt x="435965" y="43294"/>
                </a:lnTo>
                <a:lnTo>
                  <a:pt x="435965" y="609"/>
                </a:lnTo>
                <a:lnTo>
                  <a:pt x="294601" y="609"/>
                </a:lnTo>
                <a:lnTo>
                  <a:pt x="275209" y="609"/>
                </a:lnTo>
                <a:lnTo>
                  <a:pt x="275209" y="0"/>
                </a:lnTo>
                <a:lnTo>
                  <a:pt x="245059" y="0"/>
                </a:lnTo>
                <a:lnTo>
                  <a:pt x="245059" y="43180"/>
                </a:lnTo>
                <a:lnTo>
                  <a:pt x="245059" y="123190"/>
                </a:lnTo>
                <a:lnTo>
                  <a:pt x="245059" y="165100"/>
                </a:lnTo>
                <a:lnTo>
                  <a:pt x="245059" y="255270"/>
                </a:lnTo>
                <a:lnTo>
                  <a:pt x="245059" y="297180"/>
                </a:lnTo>
                <a:lnTo>
                  <a:pt x="275209" y="297180"/>
                </a:lnTo>
                <a:lnTo>
                  <a:pt x="275209" y="297446"/>
                </a:lnTo>
                <a:lnTo>
                  <a:pt x="294601" y="297446"/>
                </a:lnTo>
                <a:lnTo>
                  <a:pt x="437921" y="297446"/>
                </a:lnTo>
                <a:lnTo>
                  <a:pt x="437921" y="254952"/>
                </a:lnTo>
                <a:close/>
              </a:path>
              <a:path w="699135" h="297815">
                <a:moveTo>
                  <a:pt x="698893" y="609"/>
                </a:moveTo>
                <a:lnTo>
                  <a:pt x="649744" y="609"/>
                </a:lnTo>
                <a:lnTo>
                  <a:pt x="649744" y="207276"/>
                </a:lnTo>
                <a:lnTo>
                  <a:pt x="514642" y="609"/>
                </a:lnTo>
                <a:lnTo>
                  <a:pt x="467842" y="609"/>
                </a:lnTo>
                <a:lnTo>
                  <a:pt x="467842" y="297446"/>
                </a:lnTo>
                <a:lnTo>
                  <a:pt x="517385" y="297446"/>
                </a:lnTo>
                <a:lnTo>
                  <a:pt x="517385" y="91465"/>
                </a:lnTo>
                <a:lnTo>
                  <a:pt x="651891" y="297446"/>
                </a:lnTo>
                <a:lnTo>
                  <a:pt x="698893" y="297446"/>
                </a:lnTo>
                <a:lnTo>
                  <a:pt x="698893" y="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64439" y="305930"/>
            <a:ext cx="984250" cy="304800"/>
          </a:xfrm>
          <a:custGeom>
            <a:avLst/>
            <a:gdLst/>
            <a:ahLst/>
            <a:cxnLst/>
            <a:rect l="l" t="t" r="r" b="b"/>
            <a:pathLst>
              <a:path w="984250" h="304800">
                <a:moveTo>
                  <a:pt x="192862" y="258254"/>
                </a:moveTo>
                <a:lnTo>
                  <a:pt x="49542" y="258254"/>
                </a:lnTo>
                <a:lnTo>
                  <a:pt x="49542" y="168973"/>
                </a:lnTo>
                <a:lnTo>
                  <a:pt x="172897" y="168973"/>
                </a:lnTo>
                <a:lnTo>
                  <a:pt x="172897" y="126479"/>
                </a:lnTo>
                <a:lnTo>
                  <a:pt x="49542" y="126479"/>
                </a:lnTo>
                <a:lnTo>
                  <a:pt x="49542" y="46596"/>
                </a:lnTo>
                <a:lnTo>
                  <a:pt x="190906" y="46596"/>
                </a:lnTo>
                <a:lnTo>
                  <a:pt x="190906" y="3911"/>
                </a:lnTo>
                <a:lnTo>
                  <a:pt x="49542" y="3911"/>
                </a:lnTo>
                <a:lnTo>
                  <a:pt x="30149" y="3911"/>
                </a:lnTo>
                <a:lnTo>
                  <a:pt x="30149" y="3302"/>
                </a:lnTo>
                <a:lnTo>
                  <a:pt x="0" y="3302"/>
                </a:lnTo>
                <a:lnTo>
                  <a:pt x="0" y="46482"/>
                </a:lnTo>
                <a:lnTo>
                  <a:pt x="0" y="126492"/>
                </a:lnTo>
                <a:lnTo>
                  <a:pt x="0" y="168402"/>
                </a:lnTo>
                <a:lnTo>
                  <a:pt x="0" y="258572"/>
                </a:lnTo>
                <a:lnTo>
                  <a:pt x="0" y="300482"/>
                </a:lnTo>
                <a:lnTo>
                  <a:pt x="30149" y="300482"/>
                </a:lnTo>
                <a:lnTo>
                  <a:pt x="30149" y="300748"/>
                </a:lnTo>
                <a:lnTo>
                  <a:pt x="49542" y="300748"/>
                </a:lnTo>
                <a:lnTo>
                  <a:pt x="192862" y="300748"/>
                </a:lnTo>
                <a:lnTo>
                  <a:pt x="192862" y="258254"/>
                </a:lnTo>
                <a:close/>
              </a:path>
              <a:path w="984250" h="304800">
                <a:moveTo>
                  <a:pt x="411137" y="3911"/>
                </a:moveTo>
                <a:lnTo>
                  <a:pt x="272313" y="3911"/>
                </a:lnTo>
                <a:lnTo>
                  <a:pt x="252349" y="3911"/>
                </a:lnTo>
                <a:lnTo>
                  <a:pt x="252349" y="3302"/>
                </a:lnTo>
                <a:lnTo>
                  <a:pt x="222783" y="3302"/>
                </a:lnTo>
                <a:lnTo>
                  <a:pt x="222783" y="46482"/>
                </a:lnTo>
                <a:lnTo>
                  <a:pt x="222783" y="131572"/>
                </a:lnTo>
                <a:lnTo>
                  <a:pt x="222783" y="174752"/>
                </a:lnTo>
                <a:lnTo>
                  <a:pt x="222783" y="300482"/>
                </a:lnTo>
                <a:lnTo>
                  <a:pt x="272313" y="300482"/>
                </a:lnTo>
                <a:lnTo>
                  <a:pt x="272313" y="174840"/>
                </a:lnTo>
                <a:lnTo>
                  <a:pt x="391756" y="174840"/>
                </a:lnTo>
                <a:lnTo>
                  <a:pt x="391756" y="132156"/>
                </a:lnTo>
                <a:lnTo>
                  <a:pt x="272313" y="132156"/>
                </a:lnTo>
                <a:lnTo>
                  <a:pt x="252349" y="132156"/>
                </a:lnTo>
                <a:lnTo>
                  <a:pt x="252349" y="131572"/>
                </a:lnTo>
                <a:lnTo>
                  <a:pt x="272313" y="131572"/>
                </a:lnTo>
                <a:lnTo>
                  <a:pt x="272313" y="46596"/>
                </a:lnTo>
                <a:lnTo>
                  <a:pt x="411137" y="46596"/>
                </a:lnTo>
                <a:lnTo>
                  <a:pt x="411137" y="3911"/>
                </a:lnTo>
                <a:close/>
              </a:path>
              <a:path w="984250" h="304800">
                <a:moveTo>
                  <a:pt x="497840" y="3911"/>
                </a:moveTo>
                <a:lnTo>
                  <a:pt x="448297" y="3911"/>
                </a:lnTo>
                <a:lnTo>
                  <a:pt x="448297" y="300748"/>
                </a:lnTo>
                <a:lnTo>
                  <a:pt x="497840" y="300748"/>
                </a:lnTo>
                <a:lnTo>
                  <a:pt x="497840" y="3911"/>
                </a:lnTo>
                <a:close/>
              </a:path>
              <a:path w="984250" h="304800">
                <a:moveTo>
                  <a:pt x="760018" y="3911"/>
                </a:moveTo>
                <a:lnTo>
                  <a:pt x="668375" y="3911"/>
                </a:lnTo>
                <a:lnTo>
                  <a:pt x="619429" y="3911"/>
                </a:lnTo>
                <a:lnTo>
                  <a:pt x="527989" y="3911"/>
                </a:lnTo>
                <a:lnTo>
                  <a:pt x="527989" y="46596"/>
                </a:lnTo>
                <a:lnTo>
                  <a:pt x="619429" y="46596"/>
                </a:lnTo>
                <a:lnTo>
                  <a:pt x="619429" y="300748"/>
                </a:lnTo>
                <a:lnTo>
                  <a:pt x="668375" y="300748"/>
                </a:lnTo>
                <a:lnTo>
                  <a:pt x="668375" y="46596"/>
                </a:lnTo>
                <a:lnTo>
                  <a:pt x="760018" y="46596"/>
                </a:lnTo>
                <a:lnTo>
                  <a:pt x="760018" y="3911"/>
                </a:lnTo>
                <a:close/>
              </a:path>
              <a:path w="984250" h="304800">
                <a:moveTo>
                  <a:pt x="983754" y="222427"/>
                </a:moveTo>
                <a:lnTo>
                  <a:pt x="974267" y="183324"/>
                </a:lnTo>
                <a:lnTo>
                  <a:pt x="945616" y="154139"/>
                </a:lnTo>
                <a:lnTo>
                  <a:pt x="908977" y="136486"/>
                </a:lnTo>
                <a:lnTo>
                  <a:pt x="869899" y="124180"/>
                </a:lnTo>
                <a:lnTo>
                  <a:pt x="862876" y="121716"/>
                </a:lnTo>
                <a:lnTo>
                  <a:pt x="828675" y="100838"/>
                </a:lnTo>
                <a:lnTo>
                  <a:pt x="823391" y="88036"/>
                </a:lnTo>
                <a:lnTo>
                  <a:pt x="823391" y="75247"/>
                </a:lnTo>
                <a:lnTo>
                  <a:pt x="852322" y="45758"/>
                </a:lnTo>
                <a:lnTo>
                  <a:pt x="876655" y="42684"/>
                </a:lnTo>
                <a:lnTo>
                  <a:pt x="886117" y="43078"/>
                </a:lnTo>
                <a:lnTo>
                  <a:pt x="924115" y="61277"/>
                </a:lnTo>
                <a:lnTo>
                  <a:pt x="933627" y="97891"/>
                </a:lnTo>
                <a:lnTo>
                  <a:pt x="982967" y="97891"/>
                </a:lnTo>
                <a:lnTo>
                  <a:pt x="975868" y="58064"/>
                </a:lnTo>
                <a:lnTo>
                  <a:pt x="945210" y="19989"/>
                </a:lnTo>
                <a:lnTo>
                  <a:pt x="907783" y="3251"/>
                </a:lnTo>
                <a:lnTo>
                  <a:pt x="876655" y="0"/>
                </a:lnTo>
                <a:lnTo>
                  <a:pt x="865454" y="381"/>
                </a:lnTo>
                <a:lnTo>
                  <a:pt x="825906" y="9563"/>
                </a:lnTo>
                <a:lnTo>
                  <a:pt x="790295" y="35852"/>
                </a:lnTo>
                <a:lnTo>
                  <a:pt x="774319" y="74574"/>
                </a:lnTo>
                <a:lnTo>
                  <a:pt x="773849" y="83400"/>
                </a:lnTo>
                <a:lnTo>
                  <a:pt x="774293" y="92163"/>
                </a:lnTo>
                <a:lnTo>
                  <a:pt x="789419" y="128752"/>
                </a:lnTo>
                <a:lnTo>
                  <a:pt x="822845" y="154711"/>
                </a:lnTo>
                <a:lnTo>
                  <a:pt x="859955" y="169951"/>
                </a:lnTo>
                <a:lnTo>
                  <a:pt x="879970" y="176149"/>
                </a:lnTo>
                <a:lnTo>
                  <a:pt x="888542" y="178981"/>
                </a:lnTo>
                <a:lnTo>
                  <a:pt x="926706" y="199059"/>
                </a:lnTo>
                <a:lnTo>
                  <a:pt x="934021" y="216877"/>
                </a:lnTo>
                <a:lnTo>
                  <a:pt x="934021" y="222821"/>
                </a:lnTo>
                <a:lnTo>
                  <a:pt x="934021" y="230847"/>
                </a:lnTo>
                <a:lnTo>
                  <a:pt x="902792" y="259422"/>
                </a:lnTo>
                <a:lnTo>
                  <a:pt x="878408" y="262178"/>
                </a:lnTo>
                <a:lnTo>
                  <a:pt x="869797" y="262178"/>
                </a:lnTo>
                <a:lnTo>
                  <a:pt x="827112" y="245922"/>
                </a:lnTo>
                <a:lnTo>
                  <a:pt x="814184" y="206375"/>
                </a:lnTo>
                <a:lnTo>
                  <a:pt x="764844" y="206375"/>
                </a:lnTo>
                <a:lnTo>
                  <a:pt x="774827" y="252577"/>
                </a:lnTo>
                <a:lnTo>
                  <a:pt x="801370" y="281559"/>
                </a:lnTo>
                <a:lnTo>
                  <a:pt x="837882" y="298983"/>
                </a:lnTo>
                <a:lnTo>
                  <a:pt x="878408" y="304660"/>
                </a:lnTo>
                <a:lnTo>
                  <a:pt x="889850" y="304304"/>
                </a:lnTo>
                <a:lnTo>
                  <a:pt x="930313" y="295833"/>
                </a:lnTo>
                <a:lnTo>
                  <a:pt x="966762" y="270738"/>
                </a:lnTo>
                <a:lnTo>
                  <a:pt x="983272" y="231609"/>
                </a:lnTo>
                <a:lnTo>
                  <a:pt x="983754" y="222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78352" y="990768"/>
            <a:ext cx="3727276" cy="217110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1400" b="1" dirty="0"/>
              <a:t>IMPACT ON STAKEHOLDERS</a:t>
            </a:r>
            <a:br>
              <a:rPr lang="en-IN" sz="1400" b="1" dirty="0"/>
            </a:br>
            <a:br>
              <a:rPr lang="en-IN" sz="1400" b="1" dirty="0"/>
            </a:br>
            <a:br>
              <a:rPr lang="en-IN" sz="1400" b="1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endParaRPr lang="en-US" sz="1400" spc="-20" dirty="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0403" y="5683165"/>
            <a:ext cx="63904" cy="1002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B1A8DC-F78B-BB31-3CA6-8CE4B2F38A2A}"/>
              </a:ext>
            </a:extLst>
          </p:cNvPr>
          <p:cNvSpPr/>
          <p:nvPr/>
        </p:nvSpPr>
        <p:spPr>
          <a:xfrm>
            <a:off x="393700" y="4538516"/>
            <a:ext cx="2928164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👥 Citizens</a:t>
            </a:r>
            <a:br>
              <a:rPr lang="en-IN" sz="1400" dirty="0"/>
            </a:br>
            <a:r>
              <a:rPr lang="en-IN" sz="1400" dirty="0"/>
              <a:t>Safer travel </a:t>
            </a:r>
            <a:br>
              <a:rPr lang="en-IN" sz="1400" dirty="0"/>
            </a:br>
            <a:r>
              <a:rPr lang="en-IN" sz="1400" dirty="0"/>
              <a:t>Better route recommendations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D7B2-FC6A-BEB5-FF9F-DE339929508E}"/>
              </a:ext>
            </a:extLst>
          </p:cNvPr>
          <p:cNvSpPr/>
          <p:nvPr/>
        </p:nvSpPr>
        <p:spPr>
          <a:xfrm>
            <a:off x="384978" y="3470100"/>
            <a:ext cx="2928164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🚨 Police / Emergency Services</a:t>
            </a:r>
            <a:br>
              <a:rPr lang="en-IN" sz="1400" dirty="0"/>
            </a:br>
            <a:r>
              <a:rPr lang="en-IN" sz="1400" dirty="0"/>
              <a:t>Incident location &amp; evidence </a:t>
            </a:r>
            <a:br>
              <a:rPr lang="en-IN" sz="1400" dirty="0"/>
            </a:br>
            <a:r>
              <a:rPr lang="en-IN" sz="1400" dirty="0"/>
              <a:t>Number-plate extraction 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0392E5-543C-BAD0-5CDC-F60716491391}"/>
              </a:ext>
            </a:extLst>
          </p:cNvPr>
          <p:cNvSpPr/>
          <p:nvPr/>
        </p:nvSpPr>
        <p:spPr>
          <a:xfrm>
            <a:off x="394858" y="2401684"/>
            <a:ext cx="2918284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🚧 Road / Municipal Authorities</a:t>
            </a:r>
            <a:br>
              <a:rPr lang="en-IN" sz="1400" dirty="0"/>
            </a:br>
            <a:r>
              <a:rPr lang="en-IN" sz="1400" dirty="0"/>
              <a:t>Faster pothole &amp; infrastructure detection Maintenance prioritization 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D9022-1782-F801-96E5-1B50AD461F26}"/>
              </a:ext>
            </a:extLst>
          </p:cNvPr>
          <p:cNvSpPr/>
          <p:nvPr/>
        </p:nvSpPr>
        <p:spPr>
          <a:xfrm>
            <a:off x="384978" y="1345255"/>
            <a:ext cx="2928164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🏛️ Transport Authorities</a:t>
            </a:r>
            <a:br>
              <a:rPr lang="en-IN" sz="1400" dirty="0"/>
            </a:br>
            <a:r>
              <a:rPr lang="en-IN" sz="1400" dirty="0"/>
              <a:t>Better route &amp; fleet management</a:t>
            </a:r>
          </a:p>
          <a:p>
            <a:pPr algn="ctr"/>
            <a:r>
              <a:rPr lang="en-IN" sz="1400" dirty="0"/>
              <a:t>Real-time road intelligence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ABF5DE-AC1A-74F2-D0CC-B994382E0DF5}"/>
              </a:ext>
            </a:extLst>
          </p:cNvPr>
          <p:cNvSpPr txBox="1"/>
          <p:nvPr/>
        </p:nvSpPr>
        <p:spPr>
          <a:xfrm>
            <a:off x="7708900" y="932282"/>
            <a:ext cx="44264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BENEFITS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83EC75-448C-9008-8189-DE654F036ED5}"/>
              </a:ext>
            </a:extLst>
          </p:cNvPr>
          <p:cNvSpPr/>
          <p:nvPr/>
        </p:nvSpPr>
        <p:spPr>
          <a:xfrm>
            <a:off x="7114869" y="4569635"/>
            <a:ext cx="3304399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dirty="0"/>
              <a:t>Technological</a:t>
            </a:r>
            <a:br>
              <a:rPr lang="en-IN" sz="1600" dirty="0"/>
            </a:br>
            <a:r>
              <a:rPr lang="en-IN" sz="1600" dirty="0"/>
              <a:t>→ AI + GIS + intelligent transportation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359010-335A-9979-6079-97FCC31D0D22}"/>
              </a:ext>
            </a:extLst>
          </p:cNvPr>
          <p:cNvSpPr/>
          <p:nvPr/>
        </p:nvSpPr>
        <p:spPr>
          <a:xfrm>
            <a:off x="7114869" y="3430438"/>
            <a:ext cx="3215905" cy="8881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dirty="0"/>
              <a:t>Environmental</a:t>
            </a:r>
            <a:br>
              <a:rPr lang="en-IN" sz="1600" dirty="0"/>
            </a:br>
            <a:r>
              <a:rPr lang="en-IN" sz="1600" dirty="0"/>
              <a:t>→ Reduced congestion &amp; unnecessary travel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6B6453-E672-7149-4502-98DF6728B1D7}"/>
              </a:ext>
            </a:extLst>
          </p:cNvPr>
          <p:cNvSpPr/>
          <p:nvPr/>
        </p:nvSpPr>
        <p:spPr>
          <a:xfrm>
            <a:off x="7105217" y="2353179"/>
            <a:ext cx="3215905" cy="8262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dirty="0"/>
              <a:t>Economic</a:t>
            </a:r>
            <a:br>
              <a:rPr lang="en-IN" sz="1600" dirty="0"/>
            </a:br>
            <a:r>
              <a:rPr lang="en-IN" sz="1600" dirty="0"/>
              <a:t>→ Better use of maintenance resources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413E2D-0218-8539-719D-F395C06F3C56}"/>
              </a:ext>
            </a:extLst>
          </p:cNvPr>
          <p:cNvSpPr/>
          <p:nvPr/>
        </p:nvSpPr>
        <p:spPr>
          <a:xfrm>
            <a:off x="7105218" y="1305844"/>
            <a:ext cx="3215904" cy="8262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b="1" dirty="0"/>
              <a:t>Social</a:t>
            </a:r>
            <a:br>
              <a:rPr lang="en-IN" sz="1600" dirty="0"/>
            </a:br>
            <a:r>
              <a:rPr lang="en-IN" sz="1600" dirty="0"/>
              <a:t>→ Safer roads &amp; improved mobility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C13E92-E4B4-1220-34F7-7D58F58F9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9" t="10767" r="31493" b="11975"/>
          <a:stretch>
            <a:fillRect/>
          </a:stretch>
        </p:blipFill>
        <p:spPr>
          <a:xfrm>
            <a:off x="3601798" y="1280395"/>
            <a:ext cx="3363998" cy="4247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5168" y="305930"/>
            <a:ext cx="1731645" cy="304800"/>
          </a:xfrm>
          <a:custGeom>
            <a:avLst/>
            <a:gdLst/>
            <a:ahLst/>
            <a:cxnLst/>
            <a:rect l="l" t="t" r="r" b="b"/>
            <a:pathLst>
              <a:path w="1731645" h="304800">
                <a:moveTo>
                  <a:pt x="218706" y="291058"/>
                </a:moveTo>
                <a:lnTo>
                  <a:pt x="160159" y="185216"/>
                </a:lnTo>
                <a:lnTo>
                  <a:pt x="154127" y="174307"/>
                </a:lnTo>
                <a:lnTo>
                  <a:pt x="155930" y="173545"/>
                </a:lnTo>
                <a:lnTo>
                  <a:pt x="164858" y="168719"/>
                </a:lnTo>
                <a:lnTo>
                  <a:pt x="192747" y="142062"/>
                </a:lnTo>
                <a:lnTo>
                  <a:pt x="205447" y="105600"/>
                </a:lnTo>
                <a:lnTo>
                  <a:pt x="205981" y="95351"/>
                </a:lnTo>
                <a:lnTo>
                  <a:pt x="205193" y="81178"/>
                </a:lnTo>
                <a:lnTo>
                  <a:pt x="186397" y="35674"/>
                </a:lnTo>
                <a:lnTo>
                  <a:pt x="156641" y="14185"/>
                </a:lnTo>
                <a:lnTo>
                  <a:pt x="156641" y="95351"/>
                </a:lnTo>
                <a:lnTo>
                  <a:pt x="156641" y="104089"/>
                </a:lnTo>
                <a:lnTo>
                  <a:pt x="132359" y="136372"/>
                </a:lnTo>
                <a:lnTo>
                  <a:pt x="101422" y="142735"/>
                </a:lnTo>
                <a:lnTo>
                  <a:pt x="49542" y="142735"/>
                </a:lnTo>
                <a:lnTo>
                  <a:pt x="49542" y="46596"/>
                </a:lnTo>
                <a:lnTo>
                  <a:pt x="100253" y="46596"/>
                </a:lnTo>
                <a:lnTo>
                  <a:pt x="141173" y="56642"/>
                </a:lnTo>
                <a:lnTo>
                  <a:pt x="156641" y="95351"/>
                </a:lnTo>
                <a:lnTo>
                  <a:pt x="156641" y="14185"/>
                </a:lnTo>
                <a:lnTo>
                  <a:pt x="144818" y="9804"/>
                </a:lnTo>
                <a:lnTo>
                  <a:pt x="131191" y="6527"/>
                </a:lnTo>
                <a:lnTo>
                  <a:pt x="116332" y="4559"/>
                </a:lnTo>
                <a:lnTo>
                  <a:pt x="100253" y="3911"/>
                </a:lnTo>
                <a:lnTo>
                  <a:pt x="0" y="3911"/>
                </a:lnTo>
                <a:lnTo>
                  <a:pt x="0" y="300748"/>
                </a:lnTo>
                <a:lnTo>
                  <a:pt x="49542" y="300748"/>
                </a:lnTo>
                <a:lnTo>
                  <a:pt x="49542" y="185216"/>
                </a:lnTo>
                <a:lnTo>
                  <a:pt x="107035" y="185216"/>
                </a:lnTo>
                <a:lnTo>
                  <a:pt x="168973" y="300748"/>
                </a:lnTo>
                <a:lnTo>
                  <a:pt x="218706" y="300748"/>
                </a:lnTo>
                <a:lnTo>
                  <a:pt x="218706" y="291058"/>
                </a:lnTo>
                <a:close/>
              </a:path>
              <a:path w="1731645" h="304800">
                <a:moveTo>
                  <a:pt x="437921" y="258254"/>
                </a:moveTo>
                <a:lnTo>
                  <a:pt x="294601" y="258254"/>
                </a:lnTo>
                <a:lnTo>
                  <a:pt x="294601" y="168973"/>
                </a:lnTo>
                <a:lnTo>
                  <a:pt x="417957" y="168973"/>
                </a:lnTo>
                <a:lnTo>
                  <a:pt x="417957" y="126479"/>
                </a:lnTo>
                <a:lnTo>
                  <a:pt x="294601" y="126479"/>
                </a:lnTo>
                <a:lnTo>
                  <a:pt x="294601" y="46596"/>
                </a:lnTo>
                <a:lnTo>
                  <a:pt x="435965" y="46596"/>
                </a:lnTo>
                <a:lnTo>
                  <a:pt x="435965" y="3911"/>
                </a:lnTo>
                <a:lnTo>
                  <a:pt x="294601" y="3911"/>
                </a:lnTo>
                <a:lnTo>
                  <a:pt x="275209" y="3911"/>
                </a:lnTo>
                <a:lnTo>
                  <a:pt x="275209" y="3302"/>
                </a:lnTo>
                <a:lnTo>
                  <a:pt x="245059" y="3302"/>
                </a:lnTo>
                <a:lnTo>
                  <a:pt x="245059" y="46482"/>
                </a:lnTo>
                <a:lnTo>
                  <a:pt x="245059" y="126492"/>
                </a:lnTo>
                <a:lnTo>
                  <a:pt x="245059" y="168402"/>
                </a:lnTo>
                <a:lnTo>
                  <a:pt x="245059" y="258572"/>
                </a:lnTo>
                <a:lnTo>
                  <a:pt x="245059" y="300482"/>
                </a:lnTo>
                <a:lnTo>
                  <a:pt x="275209" y="300482"/>
                </a:lnTo>
                <a:lnTo>
                  <a:pt x="275209" y="300748"/>
                </a:lnTo>
                <a:lnTo>
                  <a:pt x="294601" y="300748"/>
                </a:lnTo>
                <a:lnTo>
                  <a:pt x="437921" y="300748"/>
                </a:lnTo>
                <a:lnTo>
                  <a:pt x="437921" y="258254"/>
                </a:lnTo>
                <a:close/>
              </a:path>
              <a:path w="1731645" h="304800">
                <a:moveTo>
                  <a:pt x="669518" y="222427"/>
                </a:moveTo>
                <a:lnTo>
                  <a:pt x="660019" y="183324"/>
                </a:lnTo>
                <a:lnTo>
                  <a:pt x="631380" y="154139"/>
                </a:lnTo>
                <a:lnTo>
                  <a:pt x="594741" y="136486"/>
                </a:lnTo>
                <a:lnTo>
                  <a:pt x="555650" y="124180"/>
                </a:lnTo>
                <a:lnTo>
                  <a:pt x="548627" y="121716"/>
                </a:lnTo>
                <a:lnTo>
                  <a:pt x="514438" y="100838"/>
                </a:lnTo>
                <a:lnTo>
                  <a:pt x="509155" y="88036"/>
                </a:lnTo>
                <a:lnTo>
                  <a:pt x="509155" y="75247"/>
                </a:lnTo>
                <a:lnTo>
                  <a:pt x="538086" y="45758"/>
                </a:lnTo>
                <a:lnTo>
                  <a:pt x="562406" y="42684"/>
                </a:lnTo>
                <a:lnTo>
                  <a:pt x="571881" y="43078"/>
                </a:lnTo>
                <a:lnTo>
                  <a:pt x="609879" y="61277"/>
                </a:lnTo>
                <a:lnTo>
                  <a:pt x="619391" y="97891"/>
                </a:lnTo>
                <a:lnTo>
                  <a:pt x="668731" y="97891"/>
                </a:lnTo>
                <a:lnTo>
                  <a:pt x="661631" y="58064"/>
                </a:lnTo>
                <a:lnTo>
                  <a:pt x="630974" y="19989"/>
                </a:lnTo>
                <a:lnTo>
                  <a:pt x="593547" y="3251"/>
                </a:lnTo>
                <a:lnTo>
                  <a:pt x="562406" y="0"/>
                </a:lnTo>
                <a:lnTo>
                  <a:pt x="551218" y="381"/>
                </a:lnTo>
                <a:lnTo>
                  <a:pt x="511657" y="9563"/>
                </a:lnTo>
                <a:lnTo>
                  <a:pt x="476059" y="35852"/>
                </a:lnTo>
                <a:lnTo>
                  <a:pt x="460082" y="74574"/>
                </a:lnTo>
                <a:lnTo>
                  <a:pt x="459613" y="83400"/>
                </a:lnTo>
                <a:lnTo>
                  <a:pt x="460057" y="92163"/>
                </a:lnTo>
                <a:lnTo>
                  <a:pt x="475183" y="128752"/>
                </a:lnTo>
                <a:lnTo>
                  <a:pt x="508609" y="154711"/>
                </a:lnTo>
                <a:lnTo>
                  <a:pt x="545719" y="169951"/>
                </a:lnTo>
                <a:lnTo>
                  <a:pt x="565721" y="176149"/>
                </a:lnTo>
                <a:lnTo>
                  <a:pt x="574306" y="178981"/>
                </a:lnTo>
                <a:lnTo>
                  <a:pt x="612470" y="199059"/>
                </a:lnTo>
                <a:lnTo>
                  <a:pt x="619785" y="216877"/>
                </a:lnTo>
                <a:lnTo>
                  <a:pt x="619785" y="222821"/>
                </a:lnTo>
                <a:lnTo>
                  <a:pt x="619785" y="230847"/>
                </a:lnTo>
                <a:lnTo>
                  <a:pt x="588543" y="259422"/>
                </a:lnTo>
                <a:lnTo>
                  <a:pt x="564172" y="262178"/>
                </a:lnTo>
                <a:lnTo>
                  <a:pt x="555561" y="262178"/>
                </a:lnTo>
                <a:lnTo>
                  <a:pt x="512876" y="245922"/>
                </a:lnTo>
                <a:lnTo>
                  <a:pt x="499948" y="206375"/>
                </a:lnTo>
                <a:lnTo>
                  <a:pt x="450608" y="206375"/>
                </a:lnTo>
                <a:lnTo>
                  <a:pt x="460590" y="252577"/>
                </a:lnTo>
                <a:lnTo>
                  <a:pt x="487121" y="281559"/>
                </a:lnTo>
                <a:lnTo>
                  <a:pt x="523646" y="298983"/>
                </a:lnTo>
                <a:lnTo>
                  <a:pt x="564172" y="304660"/>
                </a:lnTo>
                <a:lnTo>
                  <a:pt x="575602" y="304304"/>
                </a:lnTo>
                <a:lnTo>
                  <a:pt x="616077" y="295833"/>
                </a:lnTo>
                <a:lnTo>
                  <a:pt x="652526" y="270738"/>
                </a:lnTo>
                <a:lnTo>
                  <a:pt x="669036" y="231609"/>
                </a:lnTo>
                <a:lnTo>
                  <a:pt x="669518" y="222427"/>
                </a:lnTo>
                <a:close/>
              </a:path>
              <a:path w="1731645" h="304800">
                <a:moveTo>
                  <a:pt x="1162342" y="300748"/>
                </a:moveTo>
                <a:lnTo>
                  <a:pt x="1133792" y="226148"/>
                </a:lnTo>
                <a:lnTo>
                  <a:pt x="1117460" y="183464"/>
                </a:lnTo>
                <a:lnTo>
                  <a:pt x="1068235" y="54800"/>
                </a:lnTo>
                <a:lnTo>
                  <a:pt x="1068235" y="183464"/>
                </a:lnTo>
                <a:lnTo>
                  <a:pt x="988288" y="183464"/>
                </a:lnTo>
                <a:lnTo>
                  <a:pt x="1028230" y="73533"/>
                </a:lnTo>
                <a:lnTo>
                  <a:pt x="1068235" y="183464"/>
                </a:lnTo>
                <a:lnTo>
                  <a:pt x="1068235" y="54800"/>
                </a:lnTo>
                <a:lnTo>
                  <a:pt x="1048766" y="3911"/>
                </a:lnTo>
                <a:lnTo>
                  <a:pt x="1042504" y="3911"/>
                </a:lnTo>
                <a:lnTo>
                  <a:pt x="1013917" y="3911"/>
                </a:lnTo>
                <a:lnTo>
                  <a:pt x="1007656" y="3911"/>
                </a:lnTo>
                <a:lnTo>
                  <a:pt x="894626" y="300355"/>
                </a:lnTo>
                <a:lnTo>
                  <a:pt x="894626" y="258254"/>
                </a:lnTo>
                <a:lnTo>
                  <a:pt x="751293" y="258254"/>
                </a:lnTo>
                <a:lnTo>
                  <a:pt x="751293" y="168973"/>
                </a:lnTo>
                <a:lnTo>
                  <a:pt x="874649" y="168973"/>
                </a:lnTo>
                <a:lnTo>
                  <a:pt x="874649" y="126479"/>
                </a:lnTo>
                <a:lnTo>
                  <a:pt x="751293" y="126479"/>
                </a:lnTo>
                <a:lnTo>
                  <a:pt x="751293" y="46596"/>
                </a:lnTo>
                <a:lnTo>
                  <a:pt x="892657" y="46596"/>
                </a:lnTo>
                <a:lnTo>
                  <a:pt x="892657" y="3911"/>
                </a:lnTo>
                <a:lnTo>
                  <a:pt x="751293" y="3911"/>
                </a:lnTo>
                <a:lnTo>
                  <a:pt x="731913" y="3911"/>
                </a:lnTo>
                <a:lnTo>
                  <a:pt x="731913" y="3302"/>
                </a:lnTo>
                <a:lnTo>
                  <a:pt x="701751" y="3302"/>
                </a:lnTo>
                <a:lnTo>
                  <a:pt x="701751" y="46482"/>
                </a:lnTo>
                <a:lnTo>
                  <a:pt x="701751" y="126492"/>
                </a:lnTo>
                <a:lnTo>
                  <a:pt x="701751" y="168402"/>
                </a:lnTo>
                <a:lnTo>
                  <a:pt x="701751" y="258572"/>
                </a:lnTo>
                <a:lnTo>
                  <a:pt x="701751" y="300482"/>
                </a:lnTo>
                <a:lnTo>
                  <a:pt x="731913" y="300482"/>
                </a:lnTo>
                <a:lnTo>
                  <a:pt x="731913" y="300748"/>
                </a:lnTo>
                <a:lnTo>
                  <a:pt x="751293" y="300748"/>
                </a:lnTo>
                <a:lnTo>
                  <a:pt x="894473" y="300748"/>
                </a:lnTo>
                <a:lnTo>
                  <a:pt x="894626" y="300748"/>
                </a:lnTo>
                <a:lnTo>
                  <a:pt x="945680" y="300748"/>
                </a:lnTo>
                <a:lnTo>
                  <a:pt x="972781" y="226148"/>
                </a:lnTo>
                <a:lnTo>
                  <a:pt x="1083767" y="226148"/>
                </a:lnTo>
                <a:lnTo>
                  <a:pt x="1110932" y="300748"/>
                </a:lnTo>
                <a:lnTo>
                  <a:pt x="1162342" y="300748"/>
                </a:lnTo>
                <a:close/>
              </a:path>
              <a:path w="1731645" h="304800">
                <a:moveTo>
                  <a:pt x="1399438" y="291058"/>
                </a:moveTo>
                <a:lnTo>
                  <a:pt x="1340891" y="185216"/>
                </a:lnTo>
                <a:lnTo>
                  <a:pt x="1334846" y="174307"/>
                </a:lnTo>
                <a:lnTo>
                  <a:pt x="1336662" y="173545"/>
                </a:lnTo>
                <a:lnTo>
                  <a:pt x="1367840" y="149733"/>
                </a:lnTo>
                <a:lnTo>
                  <a:pt x="1384579" y="115417"/>
                </a:lnTo>
                <a:lnTo>
                  <a:pt x="1386255" y="104089"/>
                </a:lnTo>
                <a:lnTo>
                  <a:pt x="1386713" y="95351"/>
                </a:lnTo>
                <a:lnTo>
                  <a:pt x="1379613" y="56159"/>
                </a:lnTo>
                <a:lnTo>
                  <a:pt x="1349070" y="20205"/>
                </a:lnTo>
                <a:lnTo>
                  <a:pt x="1337373" y="14185"/>
                </a:lnTo>
                <a:lnTo>
                  <a:pt x="1337373" y="95351"/>
                </a:lnTo>
                <a:lnTo>
                  <a:pt x="1337373" y="104089"/>
                </a:lnTo>
                <a:lnTo>
                  <a:pt x="1313091" y="136372"/>
                </a:lnTo>
                <a:lnTo>
                  <a:pt x="1282153" y="142735"/>
                </a:lnTo>
                <a:lnTo>
                  <a:pt x="1230274" y="142735"/>
                </a:lnTo>
                <a:lnTo>
                  <a:pt x="1230274" y="46596"/>
                </a:lnTo>
                <a:lnTo>
                  <a:pt x="1280985" y="46596"/>
                </a:lnTo>
                <a:lnTo>
                  <a:pt x="1321904" y="56642"/>
                </a:lnTo>
                <a:lnTo>
                  <a:pt x="1337373" y="95351"/>
                </a:lnTo>
                <a:lnTo>
                  <a:pt x="1337373" y="14185"/>
                </a:lnTo>
                <a:lnTo>
                  <a:pt x="1325549" y="9804"/>
                </a:lnTo>
                <a:lnTo>
                  <a:pt x="1311922" y="6527"/>
                </a:lnTo>
                <a:lnTo>
                  <a:pt x="1297063" y="4559"/>
                </a:lnTo>
                <a:lnTo>
                  <a:pt x="1280985" y="3911"/>
                </a:lnTo>
                <a:lnTo>
                  <a:pt x="1180731" y="3911"/>
                </a:lnTo>
                <a:lnTo>
                  <a:pt x="1180731" y="300748"/>
                </a:lnTo>
                <a:lnTo>
                  <a:pt x="1230274" y="300748"/>
                </a:lnTo>
                <a:lnTo>
                  <a:pt x="1230274" y="185216"/>
                </a:lnTo>
                <a:lnTo>
                  <a:pt x="1287767" y="185216"/>
                </a:lnTo>
                <a:lnTo>
                  <a:pt x="1349705" y="300748"/>
                </a:lnTo>
                <a:lnTo>
                  <a:pt x="1399438" y="300748"/>
                </a:lnTo>
                <a:lnTo>
                  <a:pt x="1399438" y="291058"/>
                </a:lnTo>
                <a:close/>
              </a:path>
              <a:path w="1731645" h="304800">
                <a:moveTo>
                  <a:pt x="1647926" y="107099"/>
                </a:moveTo>
                <a:lnTo>
                  <a:pt x="1636915" y="60642"/>
                </a:lnTo>
                <a:lnTo>
                  <a:pt x="1615122" y="28219"/>
                </a:lnTo>
                <a:lnTo>
                  <a:pt x="1581607" y="7264"/>
                </a:lnTo>
                <a:lnTo>
                  <a:pt x="1536611" y="0"/>
                </a:lnTo>
                <a:lnTo>
                  <a:pt x="1523098" y="622"/>
                </a:lnTo>
                <a:lnTo>
                  <a:pt x="1475828" y="15455"/>
                </a:lnTo>
                <a:lnTo>
                  <a:pt x="1441081" y="47866"/>
                </a:lnTo>
                <a:lnTo>
                  <a:pt x="1420825" y="94957"/>
                </a:lnTo>
                <a:lnTo>
                  <a:pt x="1416189" y="138226"/>
                </a:lnTo>
                <a:lnTo>
                  <a:pt x="1416189" y="166624"/>
                </a:lnTo>
                <a:lnTo>
                  <a:pt x="1420825" y="209892"/>
                </a:lnTo>
                <a:lnTo>
                  <a:pt x="1434528" y="246507"/>
                </a:lnTo>
                <a:lnTo>
                  <a:pt x="1465211" y="282727"/>
                </a:lnTo>
                <a:lnTo>
                  <a:pt x="1508125" y="302183"/>
                </a:lnTo>
                <a:lnTo>
                  <a:pt x="1533283" y="304660"/>
                </a:lnTo>
                <a:lnTo>
                  <a:pt x="1550428" y="303847"/>
                </a:lnTo>
                <a:lnTo>
                  <a:pt x="1593291" y="291541"/>
                </a:lnTo>
                <a:lnTo>
                  <a:pt x="1623491" y="266433"/>
                </a:lnTo>
                <a:lnTo>
                  <a:pt x="1641729" y="230060"/>
                </a:lnTo>
                <a:lnTo>
                  <a:pt x="1647926" y="198335"/>
                </a:lnTo>
                <a:lnTo>
                  <a:pt x="1598777" y="198335"/>
                </a:lnTo>
                <a:lnTo>
                  <a:pt x="1596682" y="209651"/>
                </a:lnTo>
                <a:lnTo>
                  <a:pt x="1594231" y="219608"/>
                </a:lnTo>
                <a:lnTo>
                  <a:pt x="1568729" y="255320"/>
                </a:lnTo>
                <a:lnTo>
                  <a:pt x="1533283" y="262178"/>
                </a:lnTo>
                <a:lnTo>
                  <a:pt x="1524863" y="261721"/>
                </a:lnTo>
                <a:lnTo>
                  <a:pt x="1486712" y="241020"/>
                </a:lnTo>
                <a:lnTo>
                  <a:pt x="1469745" y="204508"/>
                </a:lnTo>
                <a:lnTo>
                  <a:pt x="1465541" y="166624"/>
                </a:lnTo>
                <a:lnTo>
                  <a:pt x="1465541" y="137833"/>
                </a:lnTo>
                <a:lnTo>
                  <a:pt x="1470139" y="98183"/>
                </a:lnTo>
                <a:lnTo>
                  <a:pt x="1488503" y="62420"/>
                </a:lnTo>
                <a:lnTo>
                  <a:pt x="1528076" y="43091"/>
                </a:lnTo>
                <a:lnTo>
                  <a:pt x="1536611" y="42684"/>
                </a:lnTo>
                <a:lnTo>
                  <a:pt x="1546377" y="43116"/>
                </a:lnTo>
                <a:lnTo>
                  <a:pt x="1584769" y="63677"/>
                </a:lnTo>
                <a:lnTo>
                  <a:pt x="1598676" y="107099"/>
                </a:lnTo>
                <a:lnTo>
                  <a:pt x="1647926" y="107099"/>
                </a:lnTo>
                <a:close/>
              </a:path>
              <a:path w="1731645" h="304800">
                <a:moveTo>
                  <a:pt x="1731518" y="3302"/>
                </a:moveTo>
                <a:lnTo>
                  <a:pt x="1681988" y="3302"/>
                </a:lnTo>
                <a:lnTo>
                  <a:pt x="1681988" y="126492"/>
                </a:lnTo>
                <a:lnTo>
                  <a:pt x="1681988" y="168402"/>
                </a:lnTo>
                <a:lnTo>
                  <a:pt x="1681988" y="300482"/>
                </a:lnTo>
                <a:lnTo>
                  <a:pt x="1731518" y="300482"/>
                </a:lnTo>
                <a:lnTo>
                  <a:pt x="1731518" y="168402"/>
                </a:lnTo>
                <a:lnTo>
                  <a:pt x="1713903" y="168402"/>
                </a:lnTo>
                <a:lnTo>
                  <a:pt x="1713903" y="126492"/>
                </a:lnTo>
                <a:lnTo>
                  <a:pt x="1731518" y="126492"/>
                </a:lnTo>
                <a:lnTo>
                  <a:pt x="1731518" y="3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08665" y="309232"/>
            <a:ext cx="49530" cy="297180"/>
          </a:xfrm>
          <a:custGeom>
            <a:avLst/>
            <a:gdLst/>
            <a:ahLst/>
            <a:cxnLst/>
            <a:rect l="l" t="t" r="r" b="b"/>
            <a:pathLst>
              <a:path w="49529" h="297180">
                <a:moveTo>
                  <a:pt x="49339" y="0"/>
                </a:moveTo>
                <a:lnTo>
                  <a:pt x="0" y="0"/>
                </a:lnTo>
                <a:lnTo>
                  <a:pt x="0" y="123190"/>
                </a:lnTo>
                <a:lnTo>
                  <a:pt x="0" y="165100"/>
                </a:lnTo>
                <a:lnTo>
                  <a:pt x="0" y="297180"/>
                </a:lnTo>
                <a:lnTo>
                  <a:pt x="49339" y="297180"/>
                </a:lnTo>
                <a:lnTo>
                  <a:pt x="49339" y="165100"/>
                </a:lnTo>
                <a:lnTo>
                  <a:pt x="16446" y="165100"/>
                </a:lnTo>
                <a:lnTo>
                  <a:pt x="16446" y="123190"/>
                </a:lnTo>
                <a:lnTo>
                  <a:pt x="49339" y="123190"/>
                </a:lnTo>
                <a:lnTo>
                  <a:pt x="493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9071" y="432409"/>
            <a:ext cx="199390" cy="42545"/>
          </a:xfrm>
          <a:custGeom>
            <a:avLst/>
            <a:gdLst/>
            <a:ahLst/>
            <a:cxnLst/>
            <a:rect l="l" t="t" r="r" b="b"/>
            <a:pathLst>
              <a:path w="199389" h="42545">
                <a:moveTo>
                  <a:pt x="149593" y="0"/>
                </a:moveTo>
                <a:lnTo>
                  <a:pt x="17614" y="0"/>
                </a:lnTo>
                <a:lnTo>
                  <a:pt x="0" y="0"/>
                </a:lnTo>
                <a:lnTo>
                  <a:pt x="0" y="42494"/>
                </a:lnTo>
                <a:lnTo>
                  <a:pt x="17614" y="42494"/>
                </a:lnTo>
                <a:lnTo>
                  <a:pt x="149593" y="42494"/>
                </a:lnTo>
                <a:lnTo>
                  <a:pt x="149593" y="0"/>
                </a:lnTo>
                <a:close/>
              </a:path>
              <a:path w="199389" h="42545">
                <a:moveTo>
                  <a:pt x="198932" y="0"/>
                </a:moveTo>
                <a:lnTo>
                  <a:pt x="166039" y="0"/>
                </a:lnTo>
                <a:lnTo>
                  <a:pt x="166039" y="42494"/>
                </a:lnTo>
                <a:lnTo>
                  <a:pt x="198932" y="42494"/>
                </a:lnTo>
                <a:lnTo>
                  <a:pt x="198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87214" y="309841"/>
            <a:ext cx="517525" cy="297180"/>
          </a:xfrm>
          <a:custGeom>
            <a:avLst/>
            <a:gdLst/>
            <a:ahLst/>
            <a:cxnLst/>
            <a:rect l="l" t="t" r="r" b="b"/>
            <a:pathLst>
              <a:path w="517525" h="297180">
                <a:moveTo>
                  <a:pt x="267855" y="296837"/>
                </a:moveTo>
                <a:lnTo>
                  <a:pt x="239318" y="222237"/>
                </a:lnTo>
                <a:lnTo>
                  <a:pt x="222986" y="179552"/>
                </a:lnTo>
                <a:lnTo>
                  <a:pt x="173761" y="50888"/>
                </a:lnTo>
                <a:lnTo>
                  <a:pt x="173761" y="179552"/>
                </a:lnTo>
                <a:lnTo>
                  <a:pt x="93814" y="179552"/>
                </a:lnTo>
                <a:lnTo>
                  <a:pt x="133743" y="69621"/>
                </a:lnTo>
                <a:lnTo>
                  <a:pt x="173761" y="179552"/>
                </a:lnTo>
                <a:lnTo>
                  <a:pt x="173761" y="50888"/>
                </a:lnTo>
                <a:lnTo>
                  <a:pt x="154292" y="0"/>
                </a:lnTo>
                <a:lnTo>
                  <a:pt x="148018" y="0"/>
                </a:lnTo>
                <a:lnTo>
                  <a:pt x="119430" y="0"/>
                </a:lnTo>
                <a:lnTo>
                  <a:pt x="113169" y="0"/>
                </a:lnTo>
                <a:lnTo>
                  <a:pt x="0" y="296837"/>
                </a:lnTo>
                <a:lnTo>
                  <a:pt x="51193" y="296837"/>
                </a:lnTo>
                <a:lnTo>
                  <a:pt x="78295" y="222237"/>
                </a:lnTo>
                <a:lnTo>
                  <a:pt x="189293" y="222237"/>
                </a:lnTo>
                <a:lnTo>
                  <a:pt x="216458" y="296837"/>
                </a:lnTo>
                <a:lnTo>
                  <a:pt x="267855" y="296837"/>
                </a:lnTo>
                <a:close/>
              </a:path>
              <a:path w="517525" h="297180">
                <a:moveTo>
                  <a:pt x="517296" y="0"/>
                </a:moveTo>
                <a:lnTo>
                  <a:pt x="468147" y="0"/>
                </a:lnTo>
                <a:lnTo>
                  <a:pt x="468147" y="206667"/>
                </a:lnTo>
                <a:lnTo>
                  <a:pt x="333044" y="0"/>
                </a:lnTo>
                <a:lnTo>
                  <a:pt x="286245" y="0"/>
                </a:lnTo>
                <a:lnTo>
                  <a:pt x="286245" y="296837"/>
                </a:lnTo>
                <a:lnTo>
                  <a:pt x="335788" y="296837"/>
                </a:lnTo>
                <a:lnTo>
                  <a:pt x="335788" y="90855"/>
                </a:lnTo>
                <a:lnTo>
                  <a:pt x="470306" y="296837"/>
                </a:lnTo>
                <a:lnTo>
                  <a:pt x="517296" y="296837"/>
                </a:lnTo>
                <a:lnTo>
                  <a:pt x="517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3081" y="309833"/>
            <a:ext cx="218440" cy="297180"/>
          </a:xfrm>
          <a:custGeom>
            <a:avLst/>
            <a:gdLst/>
            <a:ahLst/>
            <a:cxnLst/>
            <a:rect l="l" t="t" r="r" b="b"/>
            <a:pathLst>
              <a:path w="218439" h="297180">
                <a:moveTo>
                  <a:pt x="17524" y="296835"/>
                </a:moveTo>
                <a:lnTo>
                  <a:pt x="0" y="296835"/>
                </a:lnTo>
                <a:lnTo>
                  <a:pt x="0" y="0"/>
                </a:lnTo>
                <a:lnTo>
                  <a:pt x="16447" y="0"/>
                </a:lnTo>
                <a:lnTo>
                  <a:pt x="16447" y="42684"/>
                </a:lnTo>
                <a:lnTo>
                  <a:pt x="49537" y="42684"/>
                </a:lnTo>
                <a:lnTo>
                  <a:pt x="49537" y="254346"/>
                </a:lnTo>
                <a:lnTo>
                  <a:pt x="18111" y="254346"/>
                </a:lnTo>
                <a:lnTo>
                  <a:pt x="18046" y="259046"/>
                </a:lnTo>
                <a:lnTo>
                  <a:pt x="17927" y="267667"/>
                </a:lnTo>
                <a:lnTo>
                  <a:pt x="17823" y="275224"/>
                </a:lnTo>
                <a:lnTo>
                  <a:pt x="17733" y="281716"/>
                </a:lnTo>
                <a:lnTo>
                  <a:pt x="17658" y="287143"/>
                </a:lnTo>
                <a:lnTo>
                  <a:pt x="17532" y="296230"/>
                </a:lnTo>
                <a:lnTo>
                  <a:pt x="17524" y="296835"/>
                </a:lnTo>
                <a:close/>
              </a:path>
              <a:path w="218439" h="297180">
                <a:moveTo>
                  <a:pt x="49537" y="42684"/>
                </a:moveTo>
                <a:lnTo>
                  <a:pt x="16447" y="42684"/>
                </a:lnTo>
                <a:lnTo>
                  <a:pt x="16447" y="0"/>
                </a:lnTo>
                <a:lnTo>
                  <a:pt x="49537" y="0"/>
                </a:lnTo>
                <a:lnTo>
                  <a:pt x="49537" y="42684"/>
                </a:lnTo>
                <a:close/>
              </a:path>
              <a:path w="218439" h="297180">
                <a:moveTo>
                  <a:pt x="83020" y="296835"/>
                </a:moveTo>
                <a:lnTo>
                  <a:pt x="49537" y="296835"/>
                </a:lnTo>
                <a:lnTo>
                  <a:pt x="49537" y="254346"/>
                </a:lnTo>
                <a:lnTo>
                  <a:pt x="83020" y="254346"/>
                </a:lnTo>
                <a:lnTo>
                  <a:pt x="96836" y="253606"/>
                </a:lnTo>
                <a:lnTo>
                  <a:pt x="139661" y="235910"/>
                </a:lnTo>
                <a:lnTo>
                  <a:pt x="163525" y="197307"/>
                </a:lnTo>
                <a:lnTo>
                  <a:pt x="168977" y="157033"/>
                </a:lnTo>
                <a:lnTo>
                  <a:pt x="168977" y="139606"/>
                </a:lnTo>
                <a:lnTo>
                  <a:pt x="163396" y="97998"/>
                </a:lnTo>
                <a:lnTo>
                  <a:pt x="141809" y="61897"/>
                </a:lnTo>
                <a:lnTo>
                  <a:pt x="105317" y="44275"/>
                </a:lnTo>
                <a:lnTo>
                  <a:pt x="86544" y="42684"/>
                </a:lnTo>
                <a:lnTo>
                  <a:pt x="49537" y="42684"/>
                </a:lnTo>
                <a:lnTo>
                  <a:pt x="49537" y="0"/>
                </a:lnTo>
                <a:lnTo>
                  <a:pt x="86544" y="0"/>
                </a:lnTo>
                <a:lnTo>
                  <a:pt x="100819" y="611"/>
                </a:lnTo>
                <a:lnTo>
                  <a:pt x="139900" y="9790"/>
                </a:lnTo>
                <a:lnTo>
                  <a:pt x="181704" y="37985"/>
                </a:lnTo>
                <a:lnTo>
                  <a:pt x="203511" y="69778"/>
                </a:lnTo>
                <a:lnTo>
                  <a:pt x="215773" y="109551"/>
                </a:lnTo>
                <a:lnTo>
                  <a:pt x="218123" y="157033"/>
                </a:lnTo>
                <a:lnTo>
                  <a:pt x="217580" y="171461"/>
                </a:lnTo>
                <a:lnTo>
                  <a:pt x="217536" y="172654"/>
                </a:lnTo>
                <a:lnTo>
                  <a:pt x="208724" y="214892"/>
                </a:lnTo>
                <a:lnTo>
                  <a:pt x="189891" y="249421"/>
                </a:lnTo>
                <a:lnTo>
                  <a:pt x="150761" y="281716"/>
                </a:lnTo>
                <a:lnTo>
                  <a:pt x="112365" y="294412"/>
                </a:lnTo>
                <a:lnTo>
                  <a:pt x="98066" y="296230"/>
                </a:lnTo>
                <a:lnTo>
                  <a:pt x="83020" y="296835"/>
                </a:lnTo>
                <a:close/>
              </a:path>
              <a:path w="218439" h="297180">
                <a:moveTo>
                  <a:pt x="49537" y="296835"/>
                </a:moveTo>
                <a:lnTo>
                  <a:pt x="17524" y="296835"/>
                </a:lnTo>
                <a:lnTo>
                  <a:pt x="17532" y="296230"/>
                </a:lnTo>
                <a:lnTo>
                  <a:pt x="17658" y="287143"/>
                </a:lnTo>
                <a:lnTo>
                  <a:pt x="17733" y="281716"/>
                </a:lnTo>
                <a:lnTo>
                  <a:pt x="17823" y="275224"/>
                </a:lnTo>
                <a:lnTo>
                  <a:pt x="17927" y="267667"/>
                </a:lnTo>
                <a:lnTo>
                  <a:pt x="18046" y="259046"/>
                </a:lnTo>
                <a:lnTo>
                  <a:pt x="18111" y="254346"/>
                </a:lnTo>
                <a:lnTo>
                  <a:pt x="49537" y="254346"/>
                </a:lnTo>
                <a:lnTo>
                  <a:pt x="49537" y="296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0659" y="309232"/>
            <a:ext cx="1612900" cy="297815"/>
          </a:xfrm>
          <a:custGeom>
            <a:avLst/>
            <a:gdLst/>
            <a:ahLst/>
            <a:cxnLst/>
            <a:rect l="l" t="t" r="r" b="b"/>
            <a:pathLst>
              <a:path w="1612900" h="297815">
                <a:moveTo>
                  <a:pt x="218719" y="287756"/>
                </a:moveTo>
                <a:lnTo>
                  <a:pt x="160159" y="181914"/>
                </a:lnTo>
                <a:lnTo>
                  <a:pt x="154127" y="171005"/>
                </a:lnTo>
                <a:lnTo>
                  <a:pt x="155930" y="170243"/>
                </a:lnTo>
                <a:lnTo>
                  <a:pt x="164858" y="165417"/>
                </a:lnTo>
                <a:lnTo>
                  <a:pt x="192747" y="138760"/>
                </a:lnTo>
                <a:lnTo>
                  <a:pt x="205447" y="102298"/>
                </a:lnTo>
                <a:lnTo>
                  <a:pt x="205981" y="92049"/>
                </a:lnTo>
                <a:lnTo>
                  <a:pt x="205193" y="77876"/>
                </a:lnTo>
                <a:lnTo>
                  <a:pt x="186397" y="32372"/>
                </a:lnTo>
                <a:lnTo>
                  <a:pt x="156641" y="10883"/>
                </a:lnTo>
                <a:lnTo>
                  <a:pt x="156641" y="92049"/>
                </a:lnTo>
                <a:lnTo>
                  <a:pt x="156641" y="100787"/>
                </a:lnTo>
                <a:lnTo>
                  <a:pt x="132359" y="133070"/>
                </a:lnTo>
                <a:lnTo>
                  <a:pt x="101422" y="139433"/>
                </a:lnTo>
                <a:lnTo>
                  <a:pt x="49542" y="139433"/>
                </a:lnTo>
                <a:lnTo>
                  <a:pt x="49542" y="43294"/>
                </a:lnTo>
                <a:lnTo>
                  <a:pt x="100253" y="43294"/>
                </a:lnTo>
                <a:lnTo>
                  <a:pt x="141173" y="53340"/>
                </a:lnTo>
                <a:lnTo>
                  <a:pt x="156641" y="92049"/>
                </a:lnTo>
                <a:lnTo>
                  <a:pt x="156641" y="10883"/>
                </a:lnTo>
                <a:lnTo>
                  <a:pt x="144818" y="6502"/>
                </a:lnTo>
                <a:lnTo>
                  <a:pt x="131191" y="3225"/>
                </a:lnTo>
                <a:lnTo>
                  <a:pt x="116332" y="1257"/>
                </a:lnTo>
                <a:lnTo>
                  <a:pt x="100253" y="609"/>
                </a:lnTo>
                <a:lnTo>
                  <a:pt x="0" y="609"/>
                </a:lnTo>
                <a:lnTo>
                  <a:pt x="0" y="297446"/>
                </a:lnTo>
                <a:lnTo>
                  <a:pt x="49542" y="297446"/>
                </a:lnTo>
                <a:lnTo>
                  <a:pt x="49542" y="181914"/>
                </a:lnTo>
                <a:lnTo>
                  <a:pt x="107035" y="181914"/>
                </a:lnTo>
                <a:lnTo>
                  <a:pt x="168973" y="297446"/>
                </a:lnTo>
                <a:lnTo>
                  <a:pt x="218719" y="297446"/>
                </a:lnTo>
                <a:lnTo>
                  <a:pt x="218719" y="287756"/>
                </a:lnTo>
                <a:close/>
              </a:path>
              <a:path w="1612900" h="297815">
                <a:moveTo>
                  <a:pt x="437921" y="254952"/>
                </a:moveTo>
                <a:lnTo>
                  <a:pt x="294601" y="254952"/>
                </a:lnTo>
                <a:lnTo>
                  <a:pt x="294601" y="165671"/>
                </a:lnTo>
                <a:lnTo>
                  <a:pt x="417957" y="165671"/>
                </a:lnTo>
                <a:lnTo>
                  <a:pt x="417957" y="123177"/>
                </a:lnTo>
                <a:lnTo>
                  <a:pt x="294601" y="123177"/>
                </a:lnTo>
                <a:lnTo>
                  <a:pt x="294601" y="43294"/>
                </a:lnTo>
                <a:lnTo>
                  <a:pt x="435965" y="43294"/>
                </a:lnTo>
                <a:lnTo>
                  <a:pt x="435965" y="609"/>
                </a:lnTo>
                <a:lnTo>
                  <a:pt x="294601" y="609"/>
                </a:lnTo>
                <a:lnTo>
                  <a:pt x="275209" y="609"/>
                </a:lnTo>
                <a:lnTo>
                  <a:pt x="275209" y="0"/>
                </a:lnTo>
                <a:lnTo>
                  <a:pt x="245059" y="0"/>
                </a:lnTo>
                <a:lnTo>
                  <a:pt x="245059" y="43180"/>
                </a:lnTo>
                <a:lnTo>
                  <a:pt x="245059" y="123190"/>
                </a:lnTo>
                <a:lnTo>
                  <a:pt x="245059" y="165100"/>
                </a:lnTo>
                <a:lnTo>
                  <a:pt x="245059" y="255270"/>
                </a:lnTo>
                <a:lnTo>
                  <a:pt x="245059" y="297180"/>
                </a:lnTo>
                <a:lnTo>
                  <a:pt x="275209" y="297180"/>
                </a:lnTo>
                <a:lnTo>
                  <a:pt x="275209" y="297446"/>
                </a:lnTo>
                <a:lnTo>
                  <a:pt x="294601" y="297446"/>
                </a:lnTo>
                <a:lnTo>
                  <a:pt x="437921" y="297446"/>
                </a:lnTo>
                <a:lnTo>
                  <a:pt x="437921" y="254952"/>
                </a:lnTo>
                <a:close/>
              </a:path>
              <a:path w="1612900" h="297815">
                <a:moveTo>
                  <a:pt x="656196" y="609"/>
                </a:moveTo>
                <a:lnTo>
                  <a:pt x="517372" y="609"/>
                </a:lnTo>
                <a:lnTo>
                  <a:pt x="497408" y="609"/>
                </a:lnTo>
                <a:lnTo>
                  <a:pt x="497408" y="0"/>
                </a:lnTo>
                <a:lnTo>
                  <a:pt x="467842" y="0"/>
                </a:lnTo>
                <a:lnTo>
                  <a:pt x="467842" y="43180"/>
                </a:lnTo>
                <a:lnTo>
                  <a:pt x="467842" y="128270"/>
                </a:lnTo>
                <a:lnTo>
                  <a:pt x="467842" y="171450"/>
                </a:lnTo>
                <a:lnTo>
                  <a:pt x="467842" y="297180"/>
                </a:lnTo>
                <a:lnTo>
                  <a:pt x="517372" y="297180"/>
                </a:lnTo>
                <a:lnTo>
                  <a:pt x="517372" y="171538"/>
                </a:lnTo>
                <a:lnTo>
                  <a:pt x="636816" y="171538"/>
                </a:lnTo>
                <a:lnTo>
                  <a:pt x="636816" y="128854"/>
                </a:lnTo>
                <a:lnTo>
                  <a:pt x="517372" y="128854"/>
                </a:lnTo>
                <a:lnTo>
                  <a:pt x="497408" y="128854"/>
                </a:lnTo>
                <a:lnTo>
                  <a:pt x="497408" y="128270"/>
                </a:lnTo>
                <a:lnTo>
                  <a:pt x="517372" y="128270"/>
                </a:lnTo>
                <a:lnTo>
                  <a:pt x="517372" y="43294"/>
                </a:lnTo>
                <a:lnTo>
                  <a:pt x="656196" y="43294"/>
                </a:lnTo>
                <a:lnTo>
                  <a:pt x="656196" y="609"/>
                </a:lnTo>
                <a:close/>
              </a:path>
              <a:path w="1612900" h="297815">
                <a:moveTo>
                  <a:pt x="883488" y="254952"/>
                </a:moveTo>
                <a:lnTo>
                  <a:pt x="740156" y="254952"/>
                </a:lnTo>
                <a:lnTo>
                  <a:pt x="740156" y="165671"/>
                </a:lnTo>
                <a:lnTo>
                  <a:pt x="863511" y="165671"/>
                </a:lnTo>
                <a:lnTo>
                  <a:pt x="863511" y="123177"/>
                </a:lnTo>
                <a:lnTo>
                  <a:pt x="740156" y="123177"/>
                </a:lnTo>
                <a:lnTo>
                  <a:pt x="740156" y="43294"/>
                </a:lnTo>
                <a:lnTo>
                  <a:pt x="881519" y="43294"/>
                </a:lnTo>
                <a:lnTo>
                  <a:pt x="881519" y="609"/>
                </a:lnTo>
                <a:lnTo>
                  <a:pt x="740156" y="609"/>
                </a:lnTo>
                <a:lnTo>
                  <a:pt x="720775" y="609"/>
                </a:lnTo>
                <a:lnTo>
                  <a:pt x="720775" y="0"/>
                </a:lnTo>
                <a:lnTo>
                  <a:pt x="690613" y="0"/>
                </a:lnTo>
                <a:lnTo>
                  <a:pt x="690613" y="43180"/>
                </a:lnTo>
                <a:lnTo>
                  <a:pt x="690613" y="123190"/>
                </a:lnTo>
                <a:lnTo>
                  <a:pt x="690613" y="165100"/>
                </a:lnTo>
                <a:lnTo>
                  <a:pt x="690613" y="255270"/>
                </a:lnTo>
                <a:lnTo>
                  <a:pt x="690613" y="297180"/>
                </a:lnTo>
                <a:lnTo>
                  <a:pt x="720775" y="297180"/>
                </a:lnTo>
                <a:lnTo>
                  <a:pt x="720775" y="297446"/>
                </a:lnTo>
                <a:lnTo>
                  <a:pt x="740156" y="297446"/>
                </a:lnTo>
                <a:lnTo>
                  <a:pt x="883488" y="297446"/>
                </a:lnTo>
                <a:lnTo>
                  <a:pt x="883488" y="254952"/>
                </a:lnTo>
                <a:close/>
              </a:path>
              <a:path w="1612900" h="297815">
                <a:moveTo>
                  <a:pt x="1132103" y="287756"/>
                </a:moveTo>
                <a:lnTo>
                  <a:pt x="1073556" y="181914"/>
                </a:lnTo>
                <a:lnTo>
                  <a:pt x="1067523" y="171005"/>
                </a:lnTo>
                <a:lnTo>
                  <a:pt x="1069327" y="170243"/>
                </a:lnTo>
                <a:lnTo>
                  <a:pt x="1078255" y="165417"/>
                </a:lnTo>
                <a:lnTo>
                  <a:pt x="1106144" y="138760"/>
                </a:lnTo>
                <a:lnTo>
                  <a:pt x="1118844" y="102298"/>
                </a:lnTo>
                <a:lnTo>
                  <a:pt x="1118920" y="100787"/>
                </a:lnTo>
                <a:lnTo>
                  <a:pt x="1119378" y="92049"/>
                </a:lnTo>
                <a:lnTo>
                  <a:pt x="1112278" y="52857"/>
                </a:lnTo>
                <a:lnTo>
                  <a:pt x="1081735" y="16903"/>
                </a:lnTo>
                <a:lnTo>
                  <a:pt x="1070038" y="10883"/>
                </a:lnTo>
                <a:lnTo>
                  <a:pt x="1070038" y="92049"/>
                </a:lnTo>
                <a:lnTo>
                  <a:pt x="1070038" y="100787"/>
                </a:lnTo>
                <a:lnTo>
                  <a:pt x="1045756" y="133070"/>
                </a:lnTo>
                <a:lnTo>
                  <a:pt x="1014818" y="139433"/>
                </a:lnTo>
                <a:lnTo>
                  <a:pt x="962939" y="139433"/>
                </a:lnTo>
                <a:lnTo>
                  <a:pt x="962939" y="43294"/>
                </a:lnTo>
                <a:lnTo>
                  <a:pt x="1013650" y="43294"/>
                </a:lnTo>
                <a:lnTo>
                  <a:pt x="1054569" y="53340"/>
                </a:lnTo>
                <a:lnTo>
                  <a:pt x="1070038" y="92049"/>
                </a:lnTo>
                <a:lnTo>
                  <a:pt x="1070038" y="10883"/>
                </a:lnTo>
                <a:lnTo>
                  <a:pt x="1058214" y="6502"/>
                </a:lnTo>
                <a:lnTo>
                  <a:pt x="1044587" y="3225"/>
                </a:lnTo>
                <a:lnTo>
                  <a:pt x="1029728" y="1257"/>
                </a:lnTo>
                <a:lnTo>
                  <a:pt x="1013650" y="609"/>
                </a:lnTo>
                <a:lnTo>
                  <a:pt x="913396" y="609"/>
                </a:lnTo>
                <a:lnTo>
                  <a:pt x="913396" y="297446"/>
                </a:lnTo>
                <a:lnTo>
                  <a:pt x="962939" y="297446"/>
                </a:lnTo>
                <a:lnTo>
                  <a:pt x="962939" y="181914"/>
                </a:lnTo>
                <a:lnTo>
                  <a:pt x="1020432" y="181914"/>
                </a:lnTo>
                <a:lnTo>
                  <a:pt x="1082370" y="297446"/>
                </a:lnTo>
                <a:lnTo>
                  <a:pt x="1132103" y="297446"/>
                </a:lnTo>
                <a:lnTo>
                  <a:pt x="1132103" y="287756"/>
                </a:lnTo>
                <a:close/>
              </a:path>
              <a:path w="1612900" h="297815">
                <a:moveTo>
                  <a:pt x="1351318" y="254952"/>
                </a:moveTo>
                <a:lnTo>
                  <a:pt x="1207985" y="254952"/>
                </a:lnTo>
                <a:lnTo>
                  <a:pt x="1207985" y="165671"/>
                </a:lnTo>
                <a:lnTo>
                  <a:pt x="1331341" y="165671"/>
                </a:lnTo>
                <a:lnTo>
                  <a:pt x="1331341" y="123177"/>
                </a:lnTo>
                <a:lnTo>
                  <a:pt x="1207985" y="123177"/>
                </a:lnTo>
                <a:lnTo>
                  <a:pt x="1207985" y="43294"/>
                </a:lnTo>
                <a:lnTo>
                  <a:pt x="1349362" y="43294"/>
                </a:lnTo>
                <a:lnTo>
                  <a:pt x="1349362" y="609"/>
                </a:lnTo>
                <a:lnTo>
                  <a:pt x="1207985" y="609"/>
                </a:lnTo>
                <a:lnTo>
                  <a:pt x="1188605" y="609"/>
                </a:lnTo>
                <a:lnTo>
                  <a:pt x="1188605" y="0"/>
                </a:lnTo>
                <a:lnTo>
                  <a:pt x="1158455" y="0"/>
                </a:lnTo>
                <a:lnTo>
                  <a:pt x="1158455" y="43180"/>
                </a:lnTo>
                <a:lnTo>
                  <a:pt x="1158455" y="123190"/>
                </a:lnTo>
                <a:lnTo>
                  <a:pt x="1158455" y="165100"/>
                </a:lnTo>
                <a:lnTo>
                  <a:pt x="1158455" y="255270"/>
                </a:lnTo>
                <a:lnTo>
                  <a:pt x="1158455" y="297180"/>
                </a:lnTo>
                <a:lnTo>
                  <a:pt x="1188605" y="297180"/>
                </a:lnTo>
                <a:lnTo>
                  <a:pt x="1188605" y="297446"/>
                </a:lnTo>
                <a:lnTo>
                  <a:pt x="1207985" y="297446"/>
                </a:lnTo>
                <a:lnTo>
                  <a:pt x="1351318" y="297446"/>
                </a:lnTo>
                <a:lnTo>
                  <a:pt x="1351318" y="254952"/>
                </a:lnTo>
                <a:close/>
              </a:path>
              <a:path w="1612900" h="297815">
                <a:moveTo>
                  <a:pt x="1612277" y="609"/>
                </a:moveTo>
                <a:lnTo>
                  <a:pt x="1563128" y="609"/>
                </a:lnTo>
                <a:lnTo>
                  <a:pt x="1563128" y="207276"/>
                </a:lnTo>
                <a:lnTo>
                  <a:pt x="1428026" y="609"/>
                </a:lnTo>
                <a:lnTo>
                  <a:pt x="1381239" y="609"/>
                </a:lnTo>
                <a:lnTo>
                  <a:pt x="1381239" y="297446"/>
                </a:lnTo>
                <a:lnTo>
                  <a:pt x="1430769" y="297446"/>
                </a:lnTo>
                <a:lnTo>
                  <a:pt x="1430769" y="91465"/>
                </a:lnTo>
                <a:lnTo>
                  <a:pt x="1565287" y="297446"/>
                </a:lnTo>
                <a:lnTo>
                  <a:pt x="1612277" y="297446"/>
                </a:lnTo>
                <a:lnTo>
                  <a:pt x="1612277" y="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91908" y="305930"/>
            <a:ext cx="690245" cy="304800"/>
          </a:xfrm>
          <a:custGeom>
            <a:avLst/>
            <a:gdLst/>
            <a:ahLst/>
            <a:cxnLst/>
            <a:rect l="l" t="t" r="r" b="b"/>
            <a:pathLst>
              <a:path w="690245" h="304800">
                <a:moveTo>
                  <a:pt x="231736" y="107099"/>
                </a:moveTo>
                <a:lnTo>
                  <a:pt x="220726" y="60642"/>
                </a:lnTo>
                <a:lnTo>
                  <a:pt x="198932" y="28219"/>
                </a:lnTo>
                <a:lnTo>
                  <a:pt x="165417" y="7264"/>
                </a:lnTo>
                <a:lnTo>
                  <a:pt x="120421" y="0"/>
                </a:lnTo>
                <a:lnTo>
                  <a:pt x="106908" y="622"/>
                </a:lnTo>
                <a:lnTo>
                  <a:pt x="59639" y="15455"/>
                </a:lnTo>
                <a:lnTo>
                  <a:pt x="24892" y="47866"/>
                </a:lnTo>
                <a:lnTo>
                  <a:pt x="4622" y="94957"/>
                </a:lnTo>
                <a:lnTo>
                  <a:pt x="0" y="138226"/>
                </a:lnTo>
                <a:lnTo>
                  <a:pt x="0" y="166624"/>
                </a:lnTo>
                <a:lnTo>
                  <a:pt x="4622" y="209892"/>
                </a:lnTo>
                <a:lnTo>
                  <a:pt x="18338" y="246507"/>
                </a:lnTo>
                <a:lnTo>
                  <a:pt x="49022" y="282727"/>
                </a:lnTo>
                <a:lnTo>
                  <a:pt x="91935" y="302183"/>
                </a:lnTo>
                <a:lnTo>
                  <a:pt x="117094" y="304660"/>
                </a:lnTo>
                <a:lnTo>
                  <a:pt x="134239" y="303847"/>
                </a:lnTo>
                <a:lnTo>
                  <a:pt x="177101" y="291541"/>
                </a:lnTo>
                <a:lnTo>
                  <a:pt x="207302" y="266433"/>
                </a:lnTo>
                <a:lnTo>
                  <a:pt x="225539" y="230060"/>
                </a:lnTo>
                <a:lnTo>
                  <a:pt x="231736" y="198335"/>
                </a:lnTo>
                <a:lnTo>
                  <a:pt x="182587" y="198335"/>
                </a:lnTo>
                <a:lnTo>
                  <a:pt x="180492" y="209651"/>
                </a:lnTo>
                <a:lnTo>
                  <a:pt x="178041" y="219608"/>
                </a:lnTo>
                <a:lnTo>
                  <a:pt x="152527" y="255320"/>
                </a:lnTo>
                <a:lnTo>
                  <a:pt x="117094" y="262178"/>
                </a:lnTo>
                <a:lnTo>
                  <a:pt x="108673" y="261721"/>
                </a:lnTo>
                <a:lnTo>
                  <a:pt x="70510" y="241020"/>
                </a:lnTo>
                <a:lnTo>
                  <a:pt x="53555" y="204508"/>
                </a:lnTo>
                <a:lnTo>
                  <a:pt x="49339" y="166624"/>
                </a:lnTo>
                <a:lnTo>
                  <a:pt x="49339" y="137833"/>
                </a:lnTo>
                <a:lnTo>
                  <a:pt x="53949" y="98183"/>
                </a:lnTo>
                <a:lnTo>
                  <a:pt x="72313" y="62420"/>
                </a:lnTo>
                <a:lnTo>
                  <a:pt x="111887" y="43091"/>
                </a:lnTo>
                <a:lnTo>
                  <a:pt x="120421" y="42684"/>
                </a:lnTo>
                <a:lnTo>
                  <a:pt x="130175" y="43116"/>
                </a:lnTo>
                <a:lnTo>
                  <a:pt x="168579" y="63677"/>
                </a:lnTo>
                <a:lnTo>
                  <a:pt x="182486" y="107099"/>
                </a:lnTo>
                <a:lnTo>
                  <a:pt x="231736" y="107099"/>
                </a:lnTo>
                <a:close/>
              </a:path>
              <a:path w="690245" h="304800">
                <a:moveTo>
                  <a:pt x="458660" y="258254"/>
                </a:moveTo>
                <a:lnTo>
                  <a:pt x="315328" y="258254"/>
                </a:lnTo>
                <a:lnTo>
                  <a:pt x="315328" y="168973"/>
                </a:lnTo>
                <a:lnTo>
                  <a:pt x="438683" y="168973"/>
                </a:lnTo>
                <a:lnTo>
                  <a:pt x="438683" y="126479"/>
                </a:lnTo>
                <a:lnTo>
                  <a:pt x="315328" y="126479"/>
                </a:lnTo>
                <a:lnTo>
                  <a:pt x="315328" y="46596"/>
                </a:lnTo>
                <a:lnTo>
                  <a:pt x="456704" y="46596"/>
                </a:lnTo>
                <a:lnTo>
                  <a:pt x="456704" y="3911"/>
                </a:lnTo>
                <a:lnTo>
                  <a:pt x="315328" y="3911"/>
                </a:lnTo>
                <a:lnTo>
                  <a:pt x="295948" y="3911"/>
                </a:lnTo>
                <a:lnTo>
                  <a:pt x="295948" y="3302"/>
                </a:lnTo>
                <a:lnTo>
                  <a:pt x="265798" y="3302"/>
                </a:lnTo>
                <a:lnTo>
                  <a:pt x="265798" y="46482"/>
                </a:lnTo>
                <a:lnTo>
                  <a:pt x="265798" y="126492"/>
                </a:lnTo>
                <a:lnTo>
                  <a:pt x="265798" y="168402"/>
                </a:lnTo>
                <a:lnTo>
                  <a:pt x="265798" y="258572"/>
                </a:lnTo>
                <a:lnTo>
                  <a:pt x="265798" y="300482"/>
                </a:lnTo>
                <a:lnTo>
                  <a:pt x="295948" y="300482"/>
                </a:lnTo>
                <a:lnTo>
                  <a:pt x="295948" y="300748"/>
                </a:lnTo>
                <a:lnTo>
                  <a:pt x="315328" y="300748"/>
                </a:lnTo>
                <a:lnTo>
                  <a:pt x="458660" y="300748"/>
                </a:lnTo>
                <a:lnTo>
                  <a:pt x="458660" y="258254"/>
                </a:lnTo>
                <a:close/>
              </a:path>
              <a:path w="690245" h="304800">
                <a:moveTo>
                  <a:pt x="690245" y="222427"/>
                </a:moveTo>
                <a:lnTo>
                  <a:pt x="680758" y="183324"/>
                </a:lnTo>
                <a:lnTo>
                  <a:pt x="652119" y="154139"/>
                </a:lnTo>
                <a:lnTo>
                  <a:pt x="615480" y="136486"/>
                </a:lnTo>
                <a:lnTo>
                  <a:pt x="576389" y="124180"/>
                </a:lnTo>
                <a:lnTo>
                  <a:pt x="569366" y="121716"/>
                </a:lnTo>
                <a:lnTo>
                  <a:pt x="535178" y="100838"/>
                </a:lnTo>
                <a:lnTo>
                  <a:pt x="529882" y="88036"/>
                </a:lnTo>
                <a:lnTo>
                  <a:pt x="529882" y="75247"/>
                </a:lnTo>
                <a:lnTo>
                  <a:pt x="558825" y="45758"/>
                </a:lnTo>
                <a:lnTo>
                  <a:pt x="583145" y="42684"/>
                </a:lnTo>
                <a:lnTo>
                  <a:pt x="592620" y="43078"/>
                </a:lnTo>
                <a:lnTo>
                  <a:pt x="630618" y="61277"/>
                </a:lnTo>
                <a:lnTo>
                  <a:pt x="640118" y="97891"/>
                </a:lnTo>
                <a:lnTo>
                  <a:pt x="689470" y="97891"/>
                </a:lnTo>
                <a:lnTo>
                  <a:pt x="682358" y="58064"/>
                </a:lnTo>
                <a:lnTo>
                  <a:pt x="651700" y="19989"/>
                </a:lnTo>
                <a:lnTo>
                  <a:pt x="614273" y="3251"/>
                </a:lnTo>
                <a:lnTo>
                  <a:pt x="583145" y="0"/>
                </a:lnTo>
                <a:lnTo>
                  <a:pt x="571944" y="381"/>
                </a:lnTo>
                <a:lnTo>
                  <a:pt x="532396" y="9563"/>
                </a:lnTo>
                <a:lnTo>
                  <a:pt x="496798" y="35852"/>
                </a:lnTo>
                <a:lnTo>
                  <a:pt x="480809" y="74574"/>
                </a:lnTo>
                <a:lnTo>
                  <a:pt x="480352" y="83400"/>
                </a:lnTo>
                <a:lnTo>
                  <a:pt x="480783" y="92163"/>
                </a:lnTo>
                <a:lnTo>
                  <a:pt x="495909" y="128752"/>
                </a:lnTo>
                <a:lnTo>
                  <a:pt x="529336" y="154711"/>
                </a:lnTo>
                <a:lnTo>
                  <a:pt x="566458" y="169951"/>
                </a:lnTo>
                <a:lnTo>
                  <a:pt x="586460" y="176149"/>
                </a:lnTo>
                <a:lnTo>
                  <a:pt x="595045" y="178981"/>
                </a:lnTo>
                <a:lnTo>
                  <a:pt x="633209" y="199059"/>
                </a:lnTo>
                <a:lnTo>
                  <a:pt x="640511" y="216877"/>
                </a:lnTo>
                <a:lnTo>
                  <a:pt x="640511" y="222821"/>
                </a:lnTo>
                <a:lnTo>
                  <a:pt x="640511" y="230847"/>
                </a:lnTo>
                <a:lnTo>
                  <a:pt x="609282" y="259422"/>
                </a:lnTo>
                <a:lnTo>
                  <a:pt x="584911" y="262178"/>
                </a:lnTo>
                <a:lnTo>
                  <a:pt x="576287" y="262178"/>
                </a:lnTo>
                <a:lnTo>
                  <a:pt x="533603" y="245922"/>
                </a:lnTo>
                <a:lnTo>
                  <a:pt x="520687" y="206375"/>
                </a:lnTo>
                <a:lnTo>
                  <a:pt x="471347" y="206375"/>
                </a:lnTo>
                <a:lnTo>
                  <a:pt x="481330" y="252577"/>
                </a:lnTo>
                <a:lnTo>
                  <a:pt x="507860" y="281559"/>
                </a:lnTo>
                <a:lnTo>
                  <a:pt x="544372" y="298983"/>
                </a:lnTo>
                <a:lnTo>
                  <a:pt x="584911" y="304660"/>
                </a:lnTo>
                <a:lnTo>
                  <a:pt x="596341" y="304304"/>
                </a:lnTo>
                <a:lnTo>
                  <a:pt x="636803" y="295833"/>
                </a:lnTo>
                <a:lnTo>
                  <a:pt x="673265" y="270738"/>
                </a:lnTo>
                <a:lnTo>
                  <a:pt x="689762" y="231609"/>
                </a:lnTo>
                <a:lnTo>
                  <a:pt x="690245" y="222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69900" y="1398886"/>
            <a:ext cx="9396778" cy="3018354"/>
          </a:xfrm>
          <a:prstGeom prst="rect">
            <a:avLst/>
          </a:prstGeom>
        </p:spPr>
        <p:txBody>
          <a:bodyPr vert="horz" wrap="square" lIns="0" tIns="245963" rIns="0" bIns="0" rtlCol="0">
            <a:spAutoFit/>
          </a:bodyPr>
          <a:lstStyle/>
          <a:p>
            <a:pPr lvl="0"/>
            <a:r>
              <a:rPr lang="en-IN" sz="2000" dirty="0"/>
              <a:t>Road Damage Detection using YOLO</a:t>
            </a:r>
            <a:br>
              <a:rPr lang="en-IN" sz="2000" dirty="0"/>
            </a:br>
            <a:r>
              <a:rPr lang="en-IN" sz="2000" dirty="0">
                <a:hlinkClick r:id="rId2"/>
              </a:rPr>
              <a:t>https://www.nature.com/articles/s41598-025-14461-7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Traffic Monitoring using Computer Vision</a:t>
            </a:r>
            <a:br>
              <a:rPr lang="en-IN" sz="2000" dirty="0"/>
            </a:br>
            <a:r>
              <a:rPr lang="en-IN" sz="2000" dirty="0">
                <a:hlinkClick r:id="rId3"/>
              </a:rPr>
              <a:t>https://www.sciencedirect.com/science/article/pii/S0952197619301691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AI-based Smart Route Guidance</a:t>
            </a:r>
            <a:br>
              <a:rPr lang="en-IN" sz="2000" dirty="0"/>
            </a:br>
            <a:r>
              <a:rPr lang="en-IN" sz="2000" dirty="0">
                <a:hlinkClick r:id="rId4"/>
              </a:rPr>
              <a:t>https://www.sciencedirect.com/science/article/pii/S0378437124004199</a:t>
            </a:r>
            <a:br>
              <a:rPr lang="en-IN" sz="2000" dirty="0"/>
            </a:br>
            <a:endParaRPr sz="2000" spc="-20" dirty="0"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09237" y="5683035"/>
            <a:ext cx="63908" cy="1003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358124-4DA7-14BC-1E8C-5BA25C8B7555}"/>
              </a:ext>
            </a:extLst>
          </p:cNvPr>
          <p:cNvSpPr txBox="1"/>
          <p:nvPr/>
        </p:nvSpPr>
        <p:spPr>
          <a:xfrm>
            <a:off x="393700" y="4232574"/>
            <a:ext cx="853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/>
              <a:t>Prototype  :  </a:t>
            </a:r>
            <a:r>
              <a:rPr lang="en-IN" sz="1800">
                <a:hlinkClick r:id="rId6"/>
              </a:rPr>
              <a:t>https://omnix-roads.preview.emergentagent.com/?utm_source=share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1B7C5-A9FE-B340-A9C8-4EA94732174B}"/>
              </a:ext>
            </a:extLst>
          </p:cNvPr>
          <p:cNvSpPr txBox="1"/>
          <p:nvPr/>
        </p:nvSpPr>
        <p:spPr>
          <a:xfrm>
            <a:off x="393700" y="4686300"/>
            <a:ext cx="6721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Video</a:t>
            </a:r>
            <a:r>
              <a:rPr lang="en-IN" sz="1800" dirty="0"/>
              <a:t>: </a:t>
            </a:r>
            <a:r>
              <a:rPr lang="en-IN" sz="1800" dirty="0">
                <a:hlinkClick r:id="rId7"/>
              </a:rPr>
              <a:t>https://</a:t>
            </a:r>
            <a:r>
              <a:rPr lang="en-IN" dirty="0">
                <a:hlinkClick r:id="rId7"/>
              </a:rPr>
              <a:t>youtu</a:t>
            </a:r>
            <a:r>
              <a:rPr lang="en-IN" sz="1800" dirty="0">
                <a:hlinkClick r:id="rId7"/>
              </a:rPr>
              <a:t>.be/9C7lmP3Qf9I?si=SPqSJHQYKWbxLiHh</a:t>
            </a:r>
            <a:endParaRPr lang="en-I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</TotalTime>
  <Words>596</Words>
  <Application>Microsoft Office PowerPoint</Application>
  <PresentationFormat>Custom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CityEye</vt:lpstr>
      <vt:lpstr>PowerPoint Presentation</vt:lpstr>
      <vt:lpstr>PowerPoint Presentation</vt:lpstr>
      <vt:lpstr>PowerPoint Presentation</vt:lpstr>
      <vt:lpstr>IMPACT ON STAKEHOLDERS         </vt:lpstr>
      <vt:lpstr>Road Damage Detection using YOLO https://www.nature.com/articles/s41598-025-14461-7  Traffic Monitoring using Computer Vision https://www.sciencedirect.com/science/article/pii/S0952197619301691  AI-based Smart Route Guidance https://www.sciencedirect.com/science/article/pii/S0378437124004199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nandita</dc:creator>
  <cp:lastModifiedBy>Omprashanth Reddy Kotla</cp:lastModifiedBy>
  <cp:revision>5</cp:revision>
  <dcterms:created xsi:type="dcterms:W3CDTF">2026-09-15T14:58:11Z</dcterms:created>
  <dcterms:modified xsi:type="dcterms:W3CDTF">2026-09-20T10:38:01Z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2026-09-15T00:00:00Z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2026-09-15T00:00:00Z</vt:filetime>
  </property>
</Properties>
</file>